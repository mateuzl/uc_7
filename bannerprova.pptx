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8" r:id="rId2"/>
    <p:sldId id="259" r:id="rId3"/>
    <p:sldId id="256" r:id="rId4"/>
  </p:sldIdLst>
  <p:sldSz cx="7199313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4597"/>
    <a:srgbClr val="00539C"/>
    <a:srgbClr val="F68C1E"/>
    <a:srgbClr val="2241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80" y="10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422A7-FDE0-4975-9E40-F3A6F1F6AB5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4286250" y="1143000"/>
            <a:ext cx="15430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49E3A3-C358-4344-8961-5E60F51EF5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2563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1pPr>
    <a:lvl2pPr marL="207340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2pPr>
    <a:lvl3pPr marL="414680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3pPr>
    <a:lvl4pPr marL="622021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4pPr>
    <a:lvl5pPr marL="829361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5pPr>
    <a:lvl6pPr marL="1036701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6pPr>
    <a:lvl7pPr marL="1244041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7pPr>
    <a:lvl8pPr marL="1451381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8pPr>
    <a:lvl9pPr marL="1658722" algn="l" defTabSz="414680" rtl="0" eaLnBrk="1" latinLnBrk="0" hangingPunct="1">
      <a:defRPr sz="54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49E3A3-C358-4344-8961-5E60F51EF526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248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99914" y="235644"/>
            <a:ext cx="5399485" cy="501286"/>
          </a:xfrm>
        </p:spPr>
        <p:txBody>
          <a:bodyPr anchor="b"/>
          <a:lstStyle>
            <a:lvl1pPr algn="ctr">
              <a:defRPr sz="126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756262"/>
            <a:ext cx="5399485" cy="347633"/>
          </a:xfrm>
        </p:spPr>
        <p:txBody>
          <a:bodyPr/>
          <a:lstStyle>
            <a:lvl1pPr marL="0" indent="0" algn="ctr">
              <a:buNone/>
              <a:defRPr sz="504"/>
            </a:lvl1pPr>
            <a:lvl2pPr marL="96012" indent="0" algn="ctr">
              <a:buNone/>
              <a:defRPr sz="420"/>
            </a:lvl2pPr>
            <a:lvl3pPr marL="192024" indent="0" algn="ctr">
              <a:buNone/>
              <a:defRPr sz="378"/>
            </a:lvl3pPr>
            <a:lvl4pPr marL="288036" indent="0" algn="ctr">
              <a:buNone/>
              <a:defRPr sz="336"/>
            </a:lvl4pPr>
            <a:lvl5pPr marL="384048" indent="0" algn="ctr">
              <a:buNone/>
              <a:defRPr sz="336"/>
            </a:lvl5pPr>
            <a:lvl6pPr marL="480060" indent="0" algn="ctr">
              <a:buNone/>
              <a:defRPr sz="336"/>
            </a:lvl6pPr>
            <a:lvl7pPr marL="576072" indent="0" algn="ctr">
              <a:buNone/>
              <a:defRPr sz="336"/>
            </a:lvl7pPr>
            <a:lvl8pPr marL="672084" indent="0" algn="ctr">
              <a:buNone/>
              <a:defRPr sz="336"/>
            </a:lvl8pPr>
            <a:lvl9pPr marL="768096" indent="0" algn="ctr">
              <a:buNone/>
              <a:defRPr sz="336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8818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955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3" y="358966"/>
            <a:ext cx="6209407" cy="59894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3" y="963575"/>
            <a:ext cx="6209407" cy="314970"/>
          </a:xfrm>
        </p:spPr>
        <p:txBody>
          <a:bodyPr/>
          <a:lstStyle>
            <a:lvl1pPr marL="0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1pPr>
            <a:lvl2pPr marL="96012" indent="0">
              <a:buNone/>
              <a:defRPr sz="420">
                <a:solidFill>
                  <a:schemeClr val="tx1">
                    <a:tint val="82000"/>
                  </a:schemeClr>
                </a:solidFill>
              </a:defRPr>
            </a:lvl2pPr>
            <a:lvl3pPr marL="192024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3pPr>
            <a:lvl4pPr marL="288036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4pPr>
            <a:lvl5pPr marL="384048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5pPr>
            <a:lvl6pPr marL="480060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6pPr>
            <a:lvl7pPr marL="576072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7pPr>
            <a:lvl8pPr marL="672084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8pPr>
            <a:lvl9pPr marL="768096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2943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383297"/>
            <a:ext cx="3059708" cy="9135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383297"/>
            <a:ext cx="3059708" cy="9135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56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76659"/>
            <a:ext cx="6209407" cy="27830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352967"/>
            <a:ext cx="3045647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525950"/>
            <a:ext cx="3045647" cy="77359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352967"/>
            <a:ext cx="3060646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525950"/>
            <a:ext cx="3060646" cy="77359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8065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2050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3523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95991"/>
            <a:ext cx="2321966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207314"/>
            <a:ext cx="3644652" cy="1023236"/>
          </a:xfrm>
        </p:spPr>
        <p:txBody>
          <a:bodyPr/>
          <a:lstStyle>
            <a:lvl1pPr>
              <a:defRPr sz="672"/>
            </a:lvl1pPr>
            <a:lvl2pPr>
              <a:defRPr sz="588"/>
            </a:lvl2pPr>
            <a:lvl3pPr>
              <a:defRPr sz="504"/>
            </a:lvl3pPr>
            <a:lvl4pPr>
              <a:defRPr sz="420"/>
            </a:lvl4pPr>
            <a:lvl5pPr>
              <a:defRPr sz="420"/>
            </a:lvl5pPr>
            <a:lvl6pPr>
              <a:defRPr sz="420"/>
            </a:lvl6pPr>
            <a:lvl7pPr>
              <a:defRPr sz="420"/>
            </a:lvl7pPr>
            <a:lvl8pPr>
              <a:defRPr sz="420"/>
            </a:lvl8pPr>
            <a:lvl9pPr>
              <a:defRPr sz="42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1" y="431959"/>
            <a:ext cx="2321966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7264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95991"/>
            <a:ext cx="2321966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207314"/>
            <a:ext cx="3644652" cy="1023236"/>
          </a:xfrm>
        </p:spPr>
        <p:txBody>
          <a:bodyPr anchor="t"/>
          <a:lstStyle>
            <a:lvl1pPr marL="0" indent="0">
              <a:buNone/>
              <a:defRPr sz="672"/>
            </a:lvl1pPr>
            <a:lvl2pPr marL="96012" indent="0">
              <a:buNone/>
              <a:defRPr sz="588"/>
            </a:lvl2pPr>
            <a:lvl3pPr marL="192024" indent="0">
              <a:buNone/>
              <a:defRPr sz="504"/>
            </a:lvl3pPr>
            <a:lvl4pPr marL="288036" indent="0">
              <a:buNone/>
              <a:defRPr sz="420"/>
            </a:lvl4pPr>
            <a:lvl5pPr marL="384048" indent="0">
              <a:buNone/>
              <a:defRPr sz="420"/>
            </a:lvl5pPr>
            <a:lvl6pPr marL="480060" indent="0">
              <a:buNone/>
              <a:defRPr sz="420"/>
            </a:lvl6pPr>
            <a:lvl7pPr marL="576072" indent="0">
              <a:buNone/>
              <a:defRPr sz="420"/>
            </a:lvl7pPr>
            <a:lvl8pPr marL="672084" indent="0">
              <a:buNone/>
              <a:defRPr sz="420"/>
            </a:lvl8pPr>
            <a:lvl9pPr marL="768096" indent="0">
              <a:buNone/>
              <a:defRPr sz="42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1" y="431959"/>
            <a:ext cx="2321966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2124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0276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8" y="76660"/>
            <a:ext cx="1552352" cy="12202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76660"/>
            <a:ext cx="4567064" cy="12202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2217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76659"/>
            <a:ext cx="6209407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383297"/>
            <a:ext cx="6209407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1334540"/>
            <a:ext cx="1619845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8B891E-F250-4B88-A4BD-C66843511560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1334540"/>
            <a:ext cx="2429768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1334540"/>
            <a:ext cx="1619845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337008-9505-406E-9B31-E90B4EE8E0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7504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92024" rtl="0" eaLnBrk="1" latinLnBrk="0" hangingPunct="1">
        <a:lnSpc>
          <a:spcPct val="90000"/>
        </a:lnSpc>
        <a:spcBef>
          <a:spcPct val="0"/>
        </a:spcBef>
        <a:buNone/>
        <a:defRPr sz="92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6" indent="-48006" algn="l" defTabSz="192024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588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504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3pPr>
      <a:lvl4pPr marL="336042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432054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528066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624078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720090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816102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1pPr>
      <a:lvl2pPr marL="96012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92024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384048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480060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576072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672084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768096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65C574-AB90-0E84-61CD-DB8EE2ACD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23" name="Espaço Reservado para Conteúdo 22">
            <a:extLst>
              <a:ext uri="{FF2B5EF4-FFF2-40B4-BE49-F238E27FC236}">
                <a16:creationId xmlns:a16="http://schemas.microsoft.com/office/drawing/2014/main" id="{E5755747-92B8-4898-F7C3-5B64B69C5C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1"/>
            <a:ext cx="7199312" cy="1439863"/>
          </a:xfrm>
          <a:prstGeom prst="rect">
            <a:avLst/>
          </a:prstGeom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594BCBCA-6CFD-6B7F-0438-CD71AF376D8C}"/>
              </a:ext>
            </a:extLst>
          </p:cNvPr>
          <p:cNvSpPr txBox="1"/>
          <p:nvPr/>
        </p:nvSpPr>
        <p:spPr>
          <a:xfrm>
            <a:off x="596215" y="258264"/>
            <a:ext cx="20527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pt-BR" sz="1800" b="0" i="0" dirty="0">
                <a:solidFill>
                  <a:schemeClr val="bg1"/>
                </a:solidFill>
                <a:effectLst/>
                <a:latin typeface="Imprint MT Shadow" panose="04020605060303030202" pitchFamily="82" charset="0"/>
              </a:rPr>
              <a:t>Prepare-se hoje</a:t>
            </a:r>
            <a:endParaRPr lang="pt-BR" sz="1800" dirty="0">
              <a:solidFill>
                <a:schemeClr val="bg1"/>
              </a:solidFill>
              <a:effectLst/>
              <a:latin typeface="Imprint MT Shadow" panose="04020605060303030202" pitchFamily="82" charset="0"/>
            </a:endParaRPr>
          </a:p>
          <a:p>
            <a:pPr algn="ctr" rtl="0">
              <a:buNone/>
            </a:pPr>
            <a:r>
              <a:rPr lang="pt-BR" sz="1800" b="0" i="1" dirty="0">
                <a:solidFill>
                  <a:schemeClr val="bg1"/>
                </a:solidFill>
                <a:effectLst/>
                <a:latin typeface="Imprint MT Shadow" panose="04020605060303030202" pitchFamily="82" charset="0"/>
              </a:rPr>
              <a:t>para a vaga que</a:t>
            </a:r>
            <a:endParaRPr lang="pt-BR" sz="1800" dirty="0">
              <a:solidFill>
                <a:schemeClr val="bg1"/>
              </a:solidFill>
              <a:effectLst/>
              <a:latin typeface="Imprint MT Shadow" panose="04020605060303030202" pitchFamily="82" charset="0"/>
            </a:endParaRPr>
          </a:p>
          <a:p>
            <a:pPr algn="ctr" rtl="0">
              <a:buNone/>
            </a:pPr>
            <a:r>
              <a:rPr lang="pt-BR" sz="1800" b="0" i="1" dirty="0">
                <a:solidFill>
                  <a:schemeClr val="bg1"/>
                </a:solidFill>
                <a:effectLst/>
                <a:latin typeface="Imprint MT Shadow" panose="04020605060303030202" pitchFamily="82" charset="0"/>
              </a:rPr>
              <a:t>você quer amanhã.</a:t>
            </a:r>
            <a:endParaRPr lang="pt-BR" sz="4464" dirty="0">
              <a:solidFill>
                <a:schemeClr val="bg1"/>
              </a:solidFill>
              <a:effectLst/>
              <a:latin typeface="Imprint MT Shadow" panose="04020605060303030202" pitchFamily="82" charset="0"/>
            </a:endParaRP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09CB3E-BE61-9BDE-2B5D-17423C274D24}"/>
              </a:ext>
            </a:extLst>
          </p:cNvPr>
          <p:cNvSpPr txBox="1"/>
          <p:nvPr/>
        </p:nvSpPr>
        <p:spPr>
          <a:xfrm>
            <a:off x="5297943" y="304431"/>
            <a:ext cx="14307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pt-BR" sz="1200" b="1" i="0" dirty="0">
                <a:solidFill>
                  <a:schemeClr val="bg1"/>
                </a:solidFill>
                <a:effectLst/>
                <a:latin typeface="Imprint MT Shadow" panose="04020605060303030202" pitchFamily="82" charset="0"/>
              </a:rPr>
              <a:t>Cursos livres e</a:t>
            </a:r>
            <a:endParaRPr lang="pt-BR" sz="1200" dirty="0">
              <a:solidFill>
                <a:schemeClr val="bg1"/>
              </a:solidFill>
              <a:effectLst/>
              <a:latin typeface="Imprint MT Shadow" panose="04020605060303030202" pitchFamily="82" charset="0"/>
            </a:endParaRPr>
          </a:p>
          <a:p>
            <a:pPr algn="l" rtl="0">
              <a:buNone/>
            </a:pPr>
            <a:r>
              <a:rPr lang="pt-BR" sz="1200" b="1" i="0" dirty="0">
                <a:solidFill>
                  <a:schemeClr val="bg1"/>
                </a:solidFill>
                <a:effectLst/>
                <a:latin typeface="Imprint MT Shadow" panose="04020605060303030202" pitchFamily="82" charset="0"/>
              </a:rPr>
              <a:t>Técnicos Senac:</a:t>
            </a:r>
            <a:endParaRPr lang="pt-BR" sz="1200" dirty="0">
              <a:solidFill>
                <a:schemeClr val="bg1"/>
              </a:solidFill>
              <a:effectLst/>
              <a:latin typeface="Imprint MT Shadow" panose="04020605060303030202" pitchFamily="82" charset="0"/>
            </a:endParaRPr>
          </a:p>
          <a:p>
            <a:pPr algn="l" rtl="0">
              <a:buNone/>
            </a:pPr>
            <a:r>
              <a:rPr lang="pt-BR" sz="1200" b="0" i="0" dirty="0">
                <a:solidFill>
                  <a:schemeClr val="bg1"/>
                </a:solidFill>
                <a:effectLst/>
                <a:latin typeface="Imprint MT Shadow" panose="04020605060303030202" pitchFamily="82" charset="0"/>
              </a:rPr>
              <a:t>a gente se vê no</a:t>
            </a:r>
            <a:endParaRPr lang="pt-BR" sz="1200" dirty="0">
              <a:solidFill>
                <a:schemeClr val="bg1"/>
              </a:solidFill>
              <a:effectLst/>
              <a:latin typeface="Imprint MT Shadow" panose="04020605060303030202" pitchFamily="82" charset="0"/>
            </a:endParaRPr>
          </a:p>
          <a:p>
            <a:pPr algn="l" rtl="0">
              <a:buNone/>
            </a:pPr>
            <a:r>
              <a:rPr lang="pt-BR" sz="1200" b="0" i="0" dirty="0">
                <a:solidFill>
                  <a:schemeClr val="bg1"/>
                </a:solidFill>
                <a:effectLst/>
                <a:latin typeface="Imprint MT Shadow" panose="04020605060303030202" pitchFamily="82" charset="0"/>
              </a:rPr>
              <a:t>seu novo emprego.</a:t>
            </a:r>
            <a:endParaRPr lang="pt-BR" sz="1400" dirty="0">
              <a:solidFill>
                <a:schemeClr val="bg1"/>
              </a:solidFill>
              <a:effectLst/>
              <a:latin typeface="Imprint MT Shadow" panose="04020605060303030202" pitchFamily="82" charset="0"/>
            </a:endParaRPr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3B4316FB-9B9C-67EE-CAAD-0334C240C7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252" y="-92299"/>
            <a:ext cx="455060" cy="455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672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9B6BB1-2B3F-DB23-FEAC-EF2FC02B4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2" name="Espaço Reservado para Conteúdo 11">
            <a:extLst>
              <a:ext uri="{FF2B5EF4-FFF2-40B4-BE49-F238E27FC236}">
                <a16:creationId xmlns:a16="http://schemas.microsoft.com/office/drawing/2014/main" id="{CD9519E1-D563-B028-3408-C77EF26A2B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7199313" cy="1439863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7B848B8A-B27D-B521-CFFF-F5BEA3B436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56992" y="-428796"/>
            <a:ext cx="1868657" cy="18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979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7D253C5-285D-3B69-EBA0-B267ED9A1E9E}"/>
              </a:ext>
            </a:extLst>
          </p:cNvPr>
          <p:cNvSpPr/>
          <p:nvPr/>
        </p:nvSpPr>
        <p:spPr>
          <a:xfrm>
            <a:off x="0" y="0"/>
            <a:ext cx="7199313" cy="14398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379CBBDC-6BB7-3D16-2AC0-F8A69D282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7199312" cy="1439863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F6830589-3C26-0DAC-1E66-71B12A60E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4252" y="-92299"/>
            <a:ext cx="455060" cy="455060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39E7B2A2-4785-7A59-5E8E-92813BA6B8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99656" y="652667"/>
            <a:ext cx="999008" cy="867352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11563800-9194-2BBB-2165-B308CF740BB4}"/>
              </a:ext>
            </a:extLst>
          </p:cNvPr>
          <p:cNvSpPr txBox="1"/>
          <p:nvPr/>
        </p:nvSpPr>
        <p:spPr>
          <a:xfrm>
            <a:off x="3889194" y="902756"/>
            <a:ext cx="5389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pt-BR" sz="500" b="0" i="0" dirty="0">
                <a:effectLst/>
                <a:latin typeface="Imprint MT Shadow" panose="04020605060303030202" pitchFamily="82" charset="0"/>
              </a:rPr>
              <a:t>O primeiro passo para sua carreira profissional.</a:t>
            </a:r>
            <a:endParaRPr lang="pt-BR" sz="300" dirty="0">
              <a:effectLst/>
              <a:latin typeface="Imprint MT Shadow" panose="04020605060303030202" pitchFamily="82" charset="0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7401B8D-73BB-EBA9-8AC4-1E32F2A3EE93}"/>
              </a:ext>
            </a:extLst>
          </p:cNvPr>
          <p:cNvSpPr txBox="1"/>
          <p:nvPr/>
        </p:nvSpPr>
        <p:spPr>
          <a:xfrm rot="363630">
            <a:off x="3528616" y="197883"/>
            <a:ext cx="893437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OffAxis1Right"/>
              <a:lightRig rig="threePt" dir="t"/>
            </a:scene3d>
          </a:bodyPr>
          <a:lstStyle/>
          <a:p>
            <a:r>
              <a:rPr lang="pt-BR" dirty="0">
                <a:ln>
                  <a:solidFill>
                    <a:srgbClr val="244597"/>
                  </a:solidFill>
                </a:ln>
                <a:solidFill>
                  <a:srgbClr val="244597"/>
                </a:solidFill>
              </a:rPr>
              <a:t>Senac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8F24AF5-A7BD-E7F6-00D5-C57AE75B5B6D}"/>
              </a:ext>
            </a:extLst>
          </p:cNvPr>
          <p:cNvSpPr txBox="1"/>
          <p:nvPr/>
        </p:nvSpPr>
        <p:spPr>
          <a:xfrm rot="426881">
            <a:off x="3391417" y="36565"/>
            <a:ext cx="893437" cy="30777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OffAxis1Right"/>
              <a:lightRig rig="threePt" dir="t"/>
            </a:scene3d>
          </a:bodyPr>
          <a:lstStyle/>
          <a:p>
            <a:r>
              <a:rPr lang="pt-BR" sz="1400" dirty="0">
                <a:ln>
                  <a:solidFill>
                    <a:srgbClr val="F68C1E"/>
                  </a:solidFill>
                </a:ln>
                <a:solidFill>
                  <a:srgbClr val="F68C1E"/>
                </a:solidFill>
                <a:latin typeface="Imprint MT Shadow" panose="04020605060303030202" pitchFamily="82" charset="0"/>
              </a:rPr>
              <a:t>Aprendiz</a:t>
            </a:r>
            <a:endParaRPr lang="pt-BR" dirty="0">
              <a:ln>
                <a:solidFill>
                  <a:srgbClr val="F68C1E"/>
                </a:solidFill>
              </a:ln>
              <a:solidFill>
                <a:srgbClr val="F68C1E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6698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</TotalTime>
  <Words>36</Words>
  <Application>Microsoft Office PowerPoint</Application>
  <PresentationFormat>Personalizar</PresentationFormat>
  <Paragraphs>11</Paragraphs>
  <Slides>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Imprint MT Shadow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vboxuser</dc:creator>
  <cp:lastModifiedBy>vboxuser</cp:lastModifiedBy>
  <cp:revision>1</cp:revision>
  <dcterms:created xsi:type="dcterms:W3CDTF">2026-08-28T23:16:52Z</dcterms:created>
  <dcterms:modified xsi:type="dcterms:W3CDTF">2026-08-29T01:30:30Z</dcterms:modified>
</cp:coreProperties>
</file>