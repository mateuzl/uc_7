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59" r:id="rId3"/>
    <p:sldId id="256" r:id="rId4"/>
  </p:sldIdLst>
  <p:sldSz cx="719931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597"/>
    <a:srgbClr val="00539C"/>
    <a:srgbClr val="F68C1E"/>
    <a:srgbClr val="224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126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422A7-FDE0-4975-9E40-F3A6F1F6AB5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4286250" y="1143000"/>
            <a:ext cx="154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49E3A3-C358-4344-8961-5E60F51EF5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2563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3A3-C358-4344-8961-5E60F51EF52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322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235644"/>
            <a:ext cx="5399485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756262"/>
            <a:ext cx="5399485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818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5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358966"/>
            <a:ext cx="6209407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963575"/>
            <a:ext cx="6209407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943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383297"/>
            <a:ext cx="3059708" cy="9135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383297"/>
            <a:ext cx="3059708" cy="9135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56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76659"/>
            <a:ext cx="6209407" cy="27830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352967"/>
            <a:ext cx="3045647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525950"/>
            <a:ext cx="3045647" cy="7735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352967"/>
            <a:ext cx="306064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525950"/>
            <a:ext cx="3060646" cy="77359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806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205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352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95991"/>
            <a:ext cx="232196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207314"/>
            <a:ext cx="3644652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431959"/>
            <a:ext cx="232196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7264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95991"/>
            <a:ext cx="2321966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207314"/>
            <a:ext cx="3644652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431959"/>
            <a:ext cx="2321966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2124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27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76660"/>
            <a:ext cx="1552352" cy="12202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76660"/>
            <a:ext cx="4567064" cy="12202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21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76659"/>
            <a:ext cx="6209407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383297"/>
            <a:ext cx="6209407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334540"/>
            <a:ext cx="1619845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B891E-F250-4B88-A4BD-C66843511560}" type="datetimeFigureOut">
              <a:rPr lang="pt-BR" smtClean="0"/>
              <a:t>03/09/2026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334540"/>
            <a:ext cx="242976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334540"/>
            <a:ext cx="1619845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337008-9505-406E-9B31-E90B4EE8E0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750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5C574-AB90-0E84-61CD-DB8EE2ACD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3" name="Espaço Reservado para Conteúdo 22">
            <a:extLst>
              <a:ext uri="{FF2B5EF4-FFF2-40B4-BE49-F238E27FC236}">
                <a16:creationId xmlns:a16="http://schemas.microsoft.com/office/drawing/2014/main" id="{E5755747-92B8-4898-F7C3-5B64B69C5C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7199312" cy="1439863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594BCBCA-6CFD-6B7F-0438-CD71AF376D8C}"/>
              </a:ext>
            </a:extLst>
          </p:cNvPr>
          <p:cNvSpPr txBox="1"/>
          <p:nvPr/>
        </p:nvSpPr>
        <p:spPr>
          <a:xfrm>
            <a:off x="596215" y="258264"/>
            <a:ext cx="20527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pt-BR" sz="1800" b="0" i="0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Prepare-se hoje</a:t>
            </a:r>
            <a:endParaRPr lang="pt-BR" sz="1800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  <a:p>
            <a:pPr algn="ctr" rtl="0">
              <a:buNone/>
            </a:pPr>
            <a:r>
              <a:rPr lang="pt-BR" sz="1800" b="0" i="1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para a vaga que</a:t>
            </a:r>
            <a:endParaRPr lang="pt-BR" sz="1800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  <a:p>
            <a:pPr algn="ctr" rtl="0">
              <a:buNone/>
            </a:pPr>
            <a:r>
              <a:rPr lang="pt-BR" sz="1800" b="0" i="1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você quer amanhã.</a:t>
            </a:r>
            <a:endParaRPr lang="pt-BR" sz="4464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C09CB3E-BE61-9BDE-2B5D-17423C274D24}"/>
              </a:ext>
            </a:extLst>
          </p:cNvPr>
          <p:cNvSpPr txBox="1"/>
          <p:nvPr/>
        </p:nvSpPr>
        <p:spPr>
          <a:xfrm>
            <a:off x="5297943" y="304431"/>
            <a:ext cx="1430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pt-BR" sz="1200" b="1" i="0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Cursos livres e</a:t>
            </a:r>
            <a:endParaRPr lang="pt-BR" sz="1200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  <a:p>
            <a:pPr algn="l" rtl="0">
              <a:buNone/>
            </a:pPr>
            <a:r>
              <a:rPr lang="pt-BR" sz="1200" b="1" i="0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Técnicos Senac:</a:t>
            </a:r>
            <a:endParaRPr lang="pt-BR" sz="1200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  <a:p>
            <a:pPr algn="l" rtl="0">
              <a:buNone/>
            </a:pPr>
            <a:r>
              <a:rPr lang="pt-BR" sz="1200" b="0" i="0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a gente se vê no</a:t>
            </a:r>
            <a:endParaRPr lang="pt-BR" sz="1200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  <a:p>
            <a:pPr algn="l" rtl="0">
              <a:buNone/>
            </a:pPr>
            <a:r>
              <a:rPr lang="pt-BR" sz="1200" b="0" i="0" dirty="0">
                <a:solidFill>
                  <a:schemeClr val="bg1"/>
                </a:solidFill>
                <a:effectLst/>
                <a:latin typeface="Imprint MT Shadow" panose="04020605060303030202" pitchFamily="82" charset="0"/>
              </a:rPr>
              <a:t>seu novo emprego.</a:t>
            </a:r>
            <a:endParaRPr lang="pt-BR" sz="1400" dirty="0">
              <a:solidFill>
                <a:schemeClr val="bg1"/>
              </a:solidFill>
              <a:effectLst/>
              <a:latin typeface="Imprint MT Shadow" panose="04020605060303030202" pitchFamily="82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3B4316FB-9B9C-67EE-CAAD-0334C240C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252" y="-92299"/>
            <a:ext cx="455060" cy="45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7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B6BB1-2B3F-DB23-FEAC-EF2FC02B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CD9519E1-D563-B028-3408-C77EF26A2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199313" cy="143986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7B848B8A-B27D-B521-CFFF-F5BEA3B4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35971" y="-428795"/>
            <a:ext cx="1868657" cy="186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79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7D253C5-285D-3B69-EBA0-B267ED9A1E9E}"/>
              </a:ext>
            </a:extLst>
          </p:cNvPr>
          <p:cNvSpPr/>
          <p:nvPr/>
        </p:nvSpPr>
        <p:spPr>
          <a:xfrm>
            <a:off x="0" y="0"/>
            <a:ext cx="7199313" cy="14398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379CBBDC-6BB7-3D16-2AC0-F8A69D282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7199312" cy="1439863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6830589-3C26-0DAC-1E66-71B12A60E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252" y="-92299"/>
            <a:ext cx="455060" cy="45506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39E7B2A2-4785-7A59-5E8E-92813BA6B8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99656" y="652667"/>
            <a:ext cx="999008" cy="867352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11563800-9194-2BBB-2165-B308CF740BB4}"/>
              </a:ext>
            </a:extLst>
          </p:cNvPr>
          <p:cNvSpPr txBox="1"/>
          <p:nvPr/>
        </p:nvSpPr>
        <p:spPr>
          <a:xfrm>
            <a:off x="3889194" y="902756"/>
            <a:ext cx="538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pt-BR" sz="500" b="0" i="0" dirty="0">
                <a:effectLst/>
                <a:latin typeface="Imprint MT Shadow" panose="04020605060303030202" pitchFamily="82" charset="0"/>
              </a:rPr>
              <a:t>O primeiro passo para sua carreira profissional.</a:t>
            </a:r>
            <a:endParaRPr lang="pt-BR" sz="300" dirty="0">
              <a:effectLst/>
              <a:latin typeface="Imprint MT Shadow" panose="04020605060303030202" pitchFamily="82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7401B8D-73BB-EBA9-8AC4-1E32F2A3EE93}"/>
              </a:ext>
            </a:extLst>
          </p:cNvPr>
          <p:cNvSpPr txBox="1"/>
          <p:nvPr/>
        </p:nvSpPr>
        <p:spPr>
          <a:xfrm rot="363630">
            <a:off x="3528616" y="197883"/>
            <a:ext cx="893437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pt-BR" dirty="0">
                <a:ln>
                  <a:solidFill>
                    <a:srgbClr val="244597"/>
                  </a:solidFill>
                </a:ln>
                <a:solidFill>
                  <a:srgbClr val="244597"/>
                </a:solidFill>
              </a:rPr>
              <a:t>Senac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8F24AF5-A7BD-E7F6-00D5-C57AE75B5B6D}"/>
              </a:ext>
            </a:extLst>
          </p:cNvPr>
          <p:cNvSpPr txBox="1"/>
          <p:nvPr/>
        </p:nvSpPr>
        <p:spPr>
          <a:xfrm rot="426881">
            <a:off x="3391417" y="36565"/>
            <a:ext cx="893437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</a:bodyPr>
          <a:lstStyle/>
          <a:p>
            <a:r>
              <a:rPr lang="pt-BR" sz="1400" dirty="0">
                <a:ln>
                  <a:solidFill>
                    <a:srgbClr val="F68C1E"/>
                  </a:solidFill>
                </a:ln>
                <a:solidFill>
                  <a:srgbClr val="F68C1E"/>
                </a:solidFill>
                <a:latin typeface="Imprint MT Shadow" panose="04020605060303030202" pitchFamily="82" charset="0"/>
              </a:rPr>
              <a:t>Aprendiz</a:t>
            </a:r>
            <a:endParaRPr lang="pt-BR" dirty="0">
              <a:ln>
                <a:solidFill>
                  <a:srgbClr val="F68C1E"/>
                </a:solidFill>
              </a:ln>
              <a:solidFill>
                <a:srgbClr val="F68C1E"/>
              </a:solidFill>
              <a:latin typeface="Imprint MT Shadow" panose="0402060506030303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6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3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2" grpId="0"/>
      <p:bldP spid="21" grpId="0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36</Words>
  <Application>Microsoft Office PowerPoint</Application>
  <PresentationFormat>Personalizar</PresentationFormat>
  <Paragraphs>11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Imprint MT Shadow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vboxuser</dc:creator>
  <cp:lastModifiedBy>vboxuser</cp:lastModifiedBy>
  <cp:revision>2</cp:revision>
  <dcterms:created xsi:type="dcterms:W3CDTF">2026-08-28T23:16:52Z</dcterms:created>
  <dcterms:modified xsi:type="dcterms:W3CDTF">2026-09-04T01:39:05Z</dcterms:modified>
</cp:coreProperties>
</file>