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719931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 autoAdjust="0"/>
    <p:restoredTop sz="95628" autoAdjust="0"/>
  </p:normalViewPr>
  <p:slideViewPr>
    <p:cSldViewPr snapToGrid="0">
      <p:cViewPr>
        <p:scale>
          <a:sx n="200" d="100"/>
          <a:sy n="200" d="100"/>
        </p:scale>
        <p:origin x="276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99914" y="235644"/>
            <a:ext cx="5399485" cy="501286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756262"/>
            <a:ext cx="5399485" cy="347633"/>
          </a:xfrm>
        </p:spPr>
        <p:txBody>
          <a:bodyPr/>
          <a:lstStyle>
            <a:lvl1pPr marL="0" indent="0" algn="ctr">
              <a:buNone/>
              <a:defRPr sz="504"/>
            </a:lvl1pPr>
            <a:lvl2pPr marL="96012" indent="0" algn="ctr">
              <a:buNone/>
              <a:defRPr sz="420"/>
            </a:lvl2pPr>
            <a:lvl3pPr marL="192024" indent="0" algn="ctr">
              <a:buNone/>
              <a:defRPr sz="378"/>
            </a:lvl3pPr>
            <a:lvl4pPr marL="288036" indent="0" algn="ctr">
              <a:buNone/>
              <a:defRPr sz="336"/>
            </a:lvl4pPr>
            <a:lvl5pPr marL="384048" indent="0" algn="ctr">
              <a:buNone/>
              <a:defRPr sz="336"/>
            </a:lvl5pPr>
            <a:lvl6pPr marL="480060" indent="0" algn="ctr">
              <a:buNone/>
              <a:defRPr sz="336"/>
            </a:lvl6pPr>
            <a:lvl7pPr marL="576072" indent="0" algn="ctr">
              <a:buNone/>
              <a:defRPr sz="336"/>
            </a:lvl7pPr>
            <a:lvl8pPr marL="672084" indent="0" algn="ctr">
              <a:buNone/>
              <a:defRPr sz="336"/>
            </a:lvl8pPr>
            <a:lvl9pPr marL="768096" indent="0" algn="ctr">
              <a:buNone/>
              <a:defRPr sz="336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3029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6225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3" y="358966"/>
            <a:ext cx="6209407" cy="59894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3" y="963575"/>
            <a:ext cx="6209407" cy="314970"/>
          </a:xfrm>
        </p:spPr>
        <p:txBody>
          <a:bodyPr/>
          <a:lstStyle>
            <a:lvl1pPr marL="0" indent="0">
              <a:buNone/>
              <a:defRPr sz="504">
                <a:solidFill>
                  <a:schemeClr val="tx1">
                    <a:tint val="82000"/>
                  </a:schemeClr>
                </a:solidFill>
              </a:defRPr>
            </a:lvl1pPr>
            <a:lvl2pPr marL="96012" indent="0">
              <a:buNone/>
              <a:defRPr sz="420">
                <a:solidFill>
                  <a:schemeClr val="tx1">
                    <a:tint val="82000"/>
                  </a:schemeClr>
                </a:solidFill>
              </a:defRPr>
            </a:lvl2pPr>
            <a:lvl3pPr marL="192024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3pPr>
            <a:lvl4pPr marL="288036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4pPr>
            <a:lvl5pPr marL="384048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5pPr>
            <a:lvl6pPr marL="480060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6pPr>
            <a:lvl7pPr marL="576072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7pPr>
            <a:lvl8pPr marL="672084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8pPr>
            <a:lvl9pPr marL="768096" indent="0">
              <a:buNone/>
              <a:defRPr sz="33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491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383297"/>
            <a:ext cx="3059708" cy="913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383297"/>
            <a:ext cx="3059708" cy="91358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98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76659"/>
            <a:ext cx="6209407" cy="27830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352967"/>
            <a:ext cx="3045647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525950"/>
            <a:ext cx="3045647" cy="77359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352967"/>
            <a:ext cx="3060646" cy="172983"/>
          </a:xfrm>
        </p:spPr>
        <p:txBody>
          <a:bodyPr anchor="b"/>
          <a:lstStyle>
            <a:lvl1pPr marL="0" indent="0">
              <a:buNone/>
              <a:defRPr sz="504" b="1"/>
            </a:lvl1pPr>
            <a:lvl2pPr marL="96012" indent="0">
              <a:buNone/>
              <a:defRPr sz="420" b="1"/>
            </a:lvl2pPr>
            <a:lvl3pPr marL="192024" indent="0">
              <a:buNone/>
              <a:defRPr sz="378" b="1"/>
            </a:lvl3pPr>
            <a:lvl4pPr marL="288036" indent="0">
              <a:buNone/>
              <a:defRPr sz="336" b="1"/>
            </a:lvl4pPr>
            <a:lvl5pPr marL="384048" indent="0">
              <a:buNone/>
              <a:defRPr sz="336" b="1"/>
            </a:lvl5pPr>
            <a:lvl6pPr marL="480060" indent="0">
              <a:buNone/>
              <a:defRPr sz="336" b="1"/>
            </a:lvl6pPr>
            <a:lvl7pPr marL="576072" indent="0">
              <a:buNone/>
              <a:defRPr sz="336" b="1"/>
            </a:lvl7pPr>
            <a:lvl8pPr marL="672084" indent="0">
              <a:buNone/>
              <a:defRPr sz="336" b="1"/>
            </a:lvl8pPr>
            <a:lvl9pPr marL="768096" indent="0">
              <a:buNone/>
              <a:defRPr sz="336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525950"/>
            <a:ext cx="3060646" cy="77359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0861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2533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3969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95991"/>
            <a:ext cx="2321966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207314"/>
            <a:ext cx="3644652" cy="1023236"/>
          </a:xfrm>
        </p:spPr>
        <p:txBody>
          <a:bodyPr/>
          <a:lstStyle>
            <a:lvl1pPr>
              <a:defRPr sz="672"/>
            </a:lvl1pPr>
            <a:lvl2pPr>
              <a:defRPr sz="588"/>
            </a:lvl2pPr>
            <a:lvl3pPr>
              <a:defRPr sz="504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431959"/>
            <a:ext cx="2321966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051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95991"/>
            <a:ext cx="2321966" cy="335968"/>
          </a:xfrm>
        </p:spPr>
        <p:txBody>
          <a:bodyPr anchor="b"/>
          <a:lstStyle>
            <a:lvl1pPr>
              <a:defRPr sz="672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207314"/>
            <a:ext cx="3644652" cy="1023236"/>
          </a:xfrm>
        </p:spPr>
        <p:txBody>
          <a:bodyPr anchor="t"/>
          <a:lstStyle>
            <a:lvl1pPr marL="0" indent="0">
              <a:buNone/>
              <a:defRPr sz="672"/>
            </a:lvl1pPr>
            <a:lvl2pPr marL="96012" indent="0">
              <a:buNone/>
              <a:defRPr sz="588"/>
            </a:lvl2pPr>
            <a:lvl3pPr marL="192024" indent="0">
              <a:buNone/>
              <a:defRPr sz="504"/>
            </a:lvl3pPr>
            <a:lvl4pPr marL="288036" indent="0">
              <a:buNone/>
              <a:defRPr sz="420"/>
            </a:lvl4pPr>
            <a:lvl5pPr marL="384048" indent="0">
              <a:buNone/>
              <a:defRPr sz="420"/>
            </a:lvl5pPr>
            <a:lvl6pPr marL="480060" indent="0">
              <a:buNone/>
              <a:defRPr sz="420"/>
            </a:lvl6pPr>
            <a:lvl7pPr marL="576072" indent="0">
              <a:buNone/>
              <a:defRPr sz="420"/>
            </a:lvl7pPr>
            <a:lvl8pPr marL="672084" indent="0">
              <a:buNone/>
              <a:defRPr sz="420"/>
            </a:lvl8pPr>
            <a:lvl9pPr marL="768096" indent="0">
              <a:buNone/>
              <a:defRPr sz="42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1" y="431959"/>
            <a:ext cx="2321966" cy="800257"/>
          </a:xfrm>
        </p:spPr>
        <p:txBody>
          <a:bodyPr/>
          <a:lstStyle>
            <a:lvl1pPr marL="0" indent="0">
              <a:buNone/>
              <a:defRPr sz="336"/>
            </a:lvl1pPr>
            <a:lvl2pPr marL="96012" indent="0">
              <a:buNone/>
              <a:defRPr sz="294"/>
            </a:lvl2pPr>
            <a:lvl3pPr marL="192024" indent="0">
              <a:buNone/>
              <a:defRPr sz="252"/>
            </a:lvl3pPr>
            <a:lvl4pPr marL="288036" indent="0">
              <a:buNone/>
              <a:defRPr sz="210"/>
            </a:lvl4pPr>
            <a:lvl5pPr marL="384048" indent="0">
              <a:buNone/>
              <a:defRPr sz="210"/>
            </a:lvl5pPr>
            <a:lvl6pPr marL="480060" indent="0">
              <a:buNone/>
              <a:defRPr sz="210"/>
            </a:lvl6pPr>
            <a:lvl7pPr marL="576072" indent="0">
              <a:buNone/>
              <a:defRPr sz="210"/>
            </a:lvl7pPr>
            <a:lvl8pPr marL="672084" indent="0">
              <a:buNone/>
              <a:defRPr sz="210"/>
            </a:lvl8pPr>
            <a:lvl9pPr marL="768096" indent="0">
              <a:buNone/>
              <a:defRPr sz="21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8523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43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8" y="76660"/>
            <a:ext cx="1552352" cy="12202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76660"/>
            <a:ext cx="4567064" cy="12202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3747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76659"/>
            <a:ext cx="6209407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383297"/>
            <a:ext cx="6209407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1334540"/>
            <a:ext cx="1619845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53F4B-3B81-4AE6-B8AF-E0F9EB511A9E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1334540"/>
            <a:ext cx="2429768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1334540"/>
            <a:ext cx="1619845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CC1982-E3A4-4927-9586-6314E7A7213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336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92024" rtl="0" eaLnBrk="1" latinLnBrk="0" hangingPunct="1">
        <a:lnSpc>
          <a:spcPct val="90000"/>
        </a:lnSpc>
        <a:spcBef>
          <a:spcPct val="0"/>
        </a:spcBef>
        <a:buNone/>
        <a:defRPr sz="92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" indent="-48006" algn="l" defTabSz="192024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588" kern="1200">
          <a:solidFill>
            <a:schemeClr val="tx1"/>
          </a:solidFill>
          <a:latin typeface="+mn-lt"/>
          <a:ea typeface="+mn-ea"/>
          <a:cs typeface="+mn-cs"/>
        </a:defRPr>
      </a:lvl1pPr>
      <a:lvl2pPr marL="14401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504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604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432054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528066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624078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816102" indent="-48006" algn="l" defTabSz="192024" rtl="0" eaLnBrk="1" latinLnBrk="0" hangingPunct="1">
        <a:lnSpc>
          <a:spcPct val="90000"/>
        </a:lnSpc>
        <a:spcBef>
          <a:spcPts val="105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1pPr>
      <a:lvl2pPr marL="9601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9202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4pPr>
      <a:lvl5pPr marL="384048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6pPr>
      <a:lvl7pPr marL="576072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7pPr>
      <a:lvl8pPr marL="672084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8pPr>
      <a:lvl9pPr marL="768096" algn="l" defTabSz="192024" rtl="0" eaLnBrk="1" latinLnBrk="0" hangingPunct="1">
        <a:defRPr sz="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FFFF00">
                <a:lumMod val="99000"/>
                <a:lumOff val="1000"/>
              </a:srgbClr>
            </a:gs>
            <a:gs pos="0">
              <a:schemeClr val="accent2">
                <a:lumMod val="100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D33D9C-AE38-035C-60BC-5E76BE6D81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3ABA19-60B0-7DF3-6528-A2C20D70D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1E927CA-7653-2763-A6F0-28886BED783A}"/>
              </a:ext>
            </a:extLst>
          </p:cNvPr>
          <p:cNvSpPr/>
          <p:nvPr/>
        </p:nvSpPr>
        <p:spPr>
          <a:xfrm>
            <a:off x="0" y="0"/>
            <a:ext cx="7199313" cy="1439863"/>
          </a:xfrm>
          <a:prstGeom prst="rect">
            <a:avLst/>
          </a:prstGeom>
          <a:gradFill flip="none" rotWithShape="1">
            <a:gsLst>
              <a:gs pos="0">
                <a:srgbClr val="FFFF00"/>
              </a:gs>
              <a:gs pos="99000">
                <a:srgbClr val="FF0000"/>
              </a:gs>
            </a:gsLst>
            <a:lin ang="4200000" scaled="0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8970CC3-8EF5-417C-D12B-A66B4A31A5D0}"/>
              </a:ext>
            </a:extLst>
          </p:cNvPr>
          <p:cNvSpPr txBox="1"/>
          <p:nvPr/>
        </p:nvSpPr>
        <p:spPr>
          <a:xfrm>
            <a:off x="2569076" y="72836"/>
            <a:ext cx="752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Pediu</a:t>
            </a:r>
            <a:endParaRPr lang="pt-BR" sz="2000" b="1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137987D-9597-C10F-80D8-EAAC520061A2}"/>
              </a:ext>
            </a:extLst>
          </p:cNvPr>
          <p:cNvSpPr txBox="1"/>
          <p:nvPr/>
        </p:nvSpPr>
        <p:spPr>
          <a:xfrm>
            <a:off x="2772496" y="261748"/>
            <a:ext cx="1391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Cantando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BE8280B-5184-A40F-5667-4DE67FCC80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31" y="100280"/>
            <a:ext cx="1296040" cy="1230802"/>
          </a:xfrm>
          <a:prstGeom prst="rect">
            <a:avLst/>
          </a:prstGeom>
        </p:spPr>
      </p:pic>
      <p:pic>
        <p:nvPicPr>
          <p:cNvPr id="20" name="Imagem 19" descr="mcdonald's transparente png, mcdonald's livre png 19909454 PNG">
            <a:extLst>
              <a:ext uri="{FF2B5EF4-FFF2-40B4-BE49-F238E27FC236}">
                <a16:creationId xmlns:a16="http://schemas.microsoft.com/office/drawing/2014/main" id="{45D84C84-201F-B664-FB8E-B548D4A36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767" y="0"/>
            <a:ext cx="422673" cy="42267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341EDF24-1B4E-FA16-C001-DCBF00D11B01}"/>
              </a:ext>
            </a:extLst>
          </p:cNvPr>
          <p:cNvSpPr txBox="1"/>
          <p:nvPr/>
        </p:nvSpPr>
        <p:spPr>
          <a:xfrm>
            <a:off x="2603705" y="466690"/>
            <a:ext cx="73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Saiu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12B5276-AC5C-C33E-ADE0-EDA9D5808A52}"/>
              </a:ext>
            </a:extLst>
          </p:cNvPr>
          <p:cNvSpPr txBox="1"/>
          <p:nvPr/>
        </p:nvSpPr>
        <p:spPr>
          <a:xfrm>
            <a:off x="2794288" y="683600"/>
            <a:ext cx="13477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Ganhando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54B11A14-A269-8BA7-69D2-42D101395F80}"/>
              </a:ext>
            </a:extLst>
          </p:cNvPr>
          <p:cNvSpPr txBox="1"/>
          <p:nvPr/>
        </p:nvSpPr>
        <p:spPr>
          <a:xfrm>
            <a:off x="2647949" y="988552"/>
            <a:ext cx="1852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Arial Rounded MT Bold" panose="020F0704030504030204" pitchFamily="34" charset="0"/>
              </a:rPr>
              <a:t>No drive-tudo</a:t>
            </a:r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0FC8E154-B293-15EB-8215-CE70B002CF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8862" y="39639"/>
            <a:ext cx="1164566" cy="136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708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310BCC-9CAD-7F4A-C037-F1122E74A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2" name="Espaço Reservado para Conteúdo 11">
            <a:extLst>
              <a:ext uri="{FF2B5EF4-FFF2-40B4-BE49-F238E27FC236}">
                <a16:creationId xmlns:a16="http://schemas.microsoft.com/office/drawing/2014/main" id="{5B949FE7-7B2D-C182-B987-B501E14963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120" y="382588"/>
            <a:ext cx="1625073" cy="9144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2B6B6977-5AC5-3076-2EE8-FCB54527EFD8}"/>
              </a:ext>
            </a:extLst>
          </p:cNvPr>
          <p:cNvSpPr/>
          <p:nvPr/>
        </p:nvSpPr>
        <p:spPr>
          <a:xfrm>
            <a:off x="0" y="-1"/>
            <a:ext cx="7199313" cy="1439863"/>
          </a:xfrm>
          <a:prstGeom prst="rect">
            <a:avLst/>
          </a:prstGeom>
          <a:gradFill flip="none" rotWithShape="1">
            <a:gsLst>
              <a:gs pos="0">
                <a:srgbClr val="FFFF00"/>
              </a:gs>
              <a:gs pos="99000">
                <a:srgbClr val="FF0000"/>
              </a:gs>
            </a:gsLst>
            <a:lin ang="4200000" scaled="0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 descr="mcdonald's transparente png, mcdonald's livre png 19909454 PNG">
            <a:extLst>
              <a:ext uri="{FF2B5EF4-FFF2-40B4-BE49-F238E27FC236}">
                <a16:creationId xmlns:a16="http://schemas.microsoft.com/office/drawing/2014/main" id="{CBFE02E6-16CC-4732-B457-AFAF9BC50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767" y="0"/>
            <a:ext cx="422673" cy="42267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89EE0806-5794-1579-4A77-81495770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8862" y="39639"/>
            <a:ext cx="1164566" cy="136058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791FB771-2DE7-3423-E2F8-B72DCB816C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32" y="102435"/>
            <a:ext cx="2203456" cy="1240103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19B4CBAA-0C8C-B44D-B742-E64C95ACDB1C}"/>
              </a:ext>
            </a:extLst>
          </p:cNvPr>
          <p:cNvSpPr txBox="1"/>
          <p:nvPr/>
        </p:nvSpPr>
        <p:spPr>
          <a:xfrm>
            <a:off x="2569076" y="72836"/>
            <a:ext cx="752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Pediu</a:t>
            </a:r>
            <a:endParaRPr lang="pt-BR" sz="2000" b="1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EB96AEC-A531-DD70-A4CD-37A112F91652}"/>
              </a:ext>
            </a:extLst>
          </p:cNvPr>
          <p:cNvSpPr txBox="1"/>
          <p:nvPr/>
        </p:nvSpPr>
        <p:spPr>
          <a:xfrm>
            <a:off x="2772496" y="261748"/>
            <a:ext cx="1391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Cantando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98601A6-2A0F-1A99-9410-7F1F7E2BFB56}"/>
              </a:ext>
            </a:extLst>
          </p:cNvPr>
          <p:cNvSpPr txBox="1"/>
          <p:nvPr/>
        </p:nvSpPr>
        <p:spPr>
          <a:xfrm>
            <a:off x="2603705" y="466690"/>
            <a:ext cx="73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Saiu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4E899AA-61CE-85F9-B7B4-1D986B06CA92}"/>
              </a:ext>
            </a:extLst>
          </p:cNvPr>
          <p:cNvSpPr txBox="1"/>
          <p:nvPr/>
        </p:nvSpPr>
        <p:spPr>
          <a:xfrm>
            <a:off x="2794288" y="683600"/>
            <a:ext cx="13477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Ganhando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F3BCEB3-337F-1498-A4D1-97B45EA97D90}"/>
              </a:ext>
            </a:extLst>
          </p:cNvPr>
          <p:cNvSpPr txBox="1"/>
          <p:nvPr/>
        </p:nvSpPr>
        <p:spPr>
          <a:xfrm>
            <a:off x="2647949" y="988552"/>
            <a:ext cx="1852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Arial Rounded MT Bold" panose="020F0704030504030204" pitchFamily="34" charset="0"/>
              </a:rPr>
              <a:t>No drive-tudo</a:t>
            </a:r>
          </a:p>
        </p:txBody>
      </p:sp>
    </p:spTree>
    <p:extLst>
      <p:ext uri="{BB962C8B-B14F-4D97-AF65-F5344CB8AC3E}">
        <p14:creationId xmlns:p14="http://schemas.microsoft.com/office/powerpoint/2010/main" val="1524806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0B4D0-1491-816B-5B02-EF31A615E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091A3F-3EBF-0D2D-74EE-56F01FD43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F0366663-11F3-A616-FA01-6148CEC0546B}"/>
              </a:ext>
            </a:extLst>
          </p:cNvPr>
          <p:cNvSpPr/>
          <p:nvPr/>
        </p:nvSpPr>
        <p:spPr>
          <a:xfrm>
            <a:off x="0" y="0"/>
            <a:ext cx="7199313" cy="1439863"/>
          </a:xfrm>
          <a:prstGeom prst="rect">
            <a:avLst/>
          </a:prstGeom>
          <a:gradFill flip="none" rotWithShape="1">
            <a:gsLst>
              <a:gs pos="0">
                <a:srgbClr val="FFFF00"/>
              </a:gs>
              <a:gs pos="99000">
                <a:srgbClr val="FF0000"/>
              </a:gs>
            </a:gsLst>
            <a:lin ang="4200000" scaled="0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7" name="Imagem 6" descr="mcdonald's transparente png, mcdonald's livre png 19909454 PNG">
            <a:extLst>
              <a:ext uri="{FF2B5EF4-FFF2-40B4-BE49-F238E27FC236}">
                <a16:creationId xmlns:a16="http://schemas.microsoft.com/office/drawing/2014/main" id="{9D2E73E9-B489-10A6-4B80-2F900D8B0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767" y="0"/>
            <a:ext cx="422673" cy="422673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483DE521-CA67-B958-B817-35E3C493F7CB}"/>
              </a:ext>
            </a:extLst>
          </p:cNvPr>
          <p:cNvSpPr txBox="1"/>
          <p:nvPr/>
        </p:nvSpPr>
        <p:spPr>
          <a:xfrm>
            <a:off x="2569076" y="72836"/>
            <a:ext cx="752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Pediu</a:t>
            </a:r>
            <a:endParaRPr lang="pt-BR" sz="2000" b="1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87D35BBE-EA18-5B7D-E4C7-56CC174DCDAF}"/>
              </a:ext>
            </a:extLst>
          </p:cNvPr>
          <p:cNvSpPr txBox="1"/>
          <p:nvPr/>
        </p:nvSpPr>
        <p:spPr>
          <a:xfrm>
            <a:off x="2772496" y="261748"/>
            <a:ext cx="1391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Cantando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4D1AA3D-EDD4-0A50-2829-E73CE10B3425}"/>
              </a:ext>
            </a:extLst>
          </p:cNvPr>
          <p:cNvSpPr txBox="1"/>
          <p:nvPr/>
        </p:nvSpPr>
        <p:spPr>
          <a:xfrm>
            <a:off x="2603705" y="466690"/>
            <a:ext cx="73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Saiu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E569279-26DB-F2B5-A23B-9257CF32660D}"/>
              </a:ext>
            </a:extLst>
          </p:cNvPr>
          <p:cNvSpPr txBox="1"/>
          <p:nvPr/>
        </p:nvSpPr>
        <p:spPr>
          <a:xfrm>
            <a:off x="2794288" y="683600"/>
            <a:ext cx="13477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  <a:effectLst>
                  <a:reflection blurRad="6350" stA="55000" endA="300" endPos="45500" dir="5400000" sy="-100000" algn="bl" rotWithShape="0"/>
                </a:effectLst>
                <a:latin typeface="Arial Rounded MT Bold" panose="020F0704030504030204" pitchFamily="34" charset="0"/>
              </a:rPr>
              <a:t>Ganhando</a:t>
            </a:r>
            <a:endParaRPr lang="pt-BR" dirty="0">
              <a:solidFill>
                <a:schemeClr val="bg1"/>
              </a:solidFill>
              <a:effectLst>
                <a:reflection blurRad="6350" stA="55000" endA="300" endPos="45500" dir="5400000" sy="-100000" algn="bl" rotWithShape="0"/>
              </a:effectLst>
              <a:latin typeface="Arial Rounded MT Bold" panose="020F0704030504030204" pitchFamily="34" charset="0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D9406EC-3B02-91E5-0DFD-D85A0496683B}"/>
              </a:ext>
            </a:extLst>
          </p:cNvPr>
          <p:cNvSpPr txBox="1"/>
          <p:nvPr/>
        </p:nvSpPr>
        <p:spPr>
          <a:xfrm>
            <a:off x="2647949" y="988552"/>
            <a:ext cx="1852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1"/>
                </a:solidFill>
                <a:latin typeface="Arial Rounded MT Bold" panose="020F0704030504030204" pitchFamily="34" charset="0"/>
              </a:rPr>
              <a:t>No drive-tudo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FBBF4AFB-B31A-B683-237D-25517B49FB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8862" y="39639"/>
            <a:ext cx="1164566" cy="136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277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175</TotalTime>
  <Words>18</Words>
  <Application>Microsoft Office PowerPoint</Application>
  <PresentationFormat>Personalizar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Arial Rounded MT Bold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vboxuser</dc:creator>
  <cp:lastModifiedBy>vboxuser</cp:lastModifiedBy>
  <cp:revision>3</cp:revision>
  <dcterms:created xsi:type="dcterms:W3CDTF">2026-08-24T22:44:35Z</dcterms:created>
  <dcterms:modified xsi:type="dcterms:W3CDTF">2026-08-25T01:39:59Z</dcterms:modified>
</cp:coreProperties>
</file>