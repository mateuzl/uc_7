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719931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2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5628" autoAdjust="0"/>
  </p:normalViewPr>
  <p:slideViewPr>
    <p:cSldViewPr snapToGrid="0">
      <p:cViewPr varScale="1">
        <p:scale>
          <a:sx n="129" d="100"/>
          <a:sy n="129" d="100"/>
        </p:scale>
        <p:origin x="12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235644"/>
            <a:ext cx="5399485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756262"/>
            <a:ext cx="5399485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02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22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358966"/>
            <a:ext cx="620940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963575"/>
            <a:ext cx="620940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91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383297"/>
            <a:ext cx="3059708" cy="913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383297"/>
            <a:ext cx="3059708" cy="913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98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76659"/>
            <a:ext cx="6209407" cy="27830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52967"/>
            <a:ext cx="3045647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25950"/>
            <a:ext cx="3045647" cy="7735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52967"/>
            <a:ext cx="306064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25950"/>
            <a:ext cx="3060646" cy="7735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86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53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6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95991"/>
            <a:ext cx="232196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07314"/>
            <a:ext cx="3644652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431959"/>
            <a:ext cx="232196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51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95991"/>
            <a:ext cx="232196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07314"/>
            <a:ext cx="3644652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431959"/>
            <a:ext cx="232196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52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38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76660"/>
            <a:ext cx="1552352" cy="12202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76660"/>
            <a:ext cx="4567064" cy="12202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74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76659"/>
            <a:ext cx="620940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383297"/>
            <a:ext cx="620940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334540"/>
            <a:ext cx="1619845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53F4B-3B81-4AE6-B8AF-E0F9EB511A9E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334540"/>
            <a:ext cx="242976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334540"/>
            <a:ext cx="1619845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C1982-E3A4-4927-9586-6314E7A721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3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FFF00">
                <a:lumMod val="99000"/>
                <a:lumOff val="1000"/>
              </a:srgbClr>
            </a:gs>
            <a:gs pos="0">
              <a:schemeClr val="accent2">
                <a:lumMod val="1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33D9C-AE38-035C-60BC-5E76BE6D8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3ABA19-60B0-7DF3-6528-A2C20D70D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E927CA-7653-2763-A6F0-28886BED783A}"/>
              </a:ext>
            </a:extLst>
          </p:cNvPr>
          <p:cNvSpPr/>
          <p:nvPr/>
        </p:nvSpPr>
        <p:spPr>
          <a:xfrm>
            <a:off x="0" y="0"/>
            <a:ext cx="7199313" cy="1439863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99000">
                <a:srgbClr val="FF0000"/>
              </a:gs>
            </a:gsLst>
            <a:lin ang="4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0" name="Imagem 19" descr="mcdonald's transparente png, mcdonald's livre png 19909454 PNG">
            <a:extLst>
              <a:ext uri="{FF2B5EF4-FFF2-40B4-BE49-F238E27FC236}">
                <a16:creationId xmlns:a16="http://schemas.microsoft.com/office/drawing/2014/main" id="{45D84C84-201F-B664-FB8E-B548D4A36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767" y="0"/>
            <a:ext cx="422673" cy="42267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BE8280B-5184-A40F-5667-4DE67FCC8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1" y="109004"/>
            <a:ext cx="1286617" cy="1221853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26EFA0F-DEF2-0B47-FF5A-EFBCBC02AADB}"/>
              </a:ext>
            </a:extLst>
          </p:cNvPr>
          <p:cNvGrpSpPr/>
          <p:nvPr/>
        </p:nvGrpSpPr>
        <p:grpSpPr>
          <a:xfrm>
            <a:off x="2782933" y="39640"/>
            <a:ext cx="1931486" cy="1285048"/>
            <a:chOff x="2569076" y="72836"/>
            <a:chExt cx="1931486" cy="1285048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DF92B17-2F69-E38F-5B58-DF589707C28A}"/>
                </a:ext>
              </a:extLst>
            </p:cNvPr>
            <p:cNvSpPr txBox="1"/>
            <p:nvPr/>
          </p:nvSpPr>
          <p:spPr>
            <a:xfrm>
              <a:off x="2569076" y="72836"/>
              <a:ext cx="752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Pediu</a:t>
              </a:r>
              <a:endParaRPr lang="pt-BR" sz="20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ED70FB7-E3E5-6C9C-9B60-8FDC7FDD6996}"/>
                </a:ext>
              </a:extLst>
            </p:cNvPr>
            <p:cNvSpPr txBox="1"/>
            <p:nvPr/>
          </p:nvSpPr>
          <p:spPr>
            <a:xfrm>
              <a:off x="2772496" y="261748"/>
              <a:ext cx="13913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Cantando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DFB1CAA-8966-ED0E-6757-F82BD2460125}"/>
                </a:ext>
              </a:extLst>
            </p:cNvPr>
            <p:cNvSpPr txBox="1"/>
            <p:nvPr/>
          </p:nvSpPr>
          <p:spPr>
            <a:xfrm>
              <a:off x="2603705" y="466690"/>
              <a:ext cx="7381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Saiu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80BC60F-7DE6-C3FE-685C-F93F86AC62F7}"/>
                </a:ext>
              </a:extLst>
            </p:cNvPr>
            <p:cNvSpPr txBox="1"/>
            <p:nvPr/>
          </p:nvSpPr>
          <p:spPr>
            <a:xfrm>
              <a:off x="2794288" y="683600"/>
              <a:ext cx="13477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Ganhando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A072455-3ACB-5CA2-FF18-D246F5641C97}"/>
                </a:ext>
              </a:extLst>
            </p:cNvPr>
            <p:cNvSpPr txBox="1"/>
            <p:nvPr/>
          </p:nvSpPr>
          <p:spPr>
            <a:xfrm>
              <a:off x="2647949" y="988552"/>
              <a:ext cx="1852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No drive-tudo</a:t>
              </a:r>
            </a:p>
          </p:txBody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4B697B11-179F-63F1-91CA-D5263A400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1"/>
          <a:stretch>
            <a:fillRect/>
          </a:stretch>
        </p:blipFill>
        <p:spPr>
          <a:xfrm>
            <a:off x="4913652" y="0"/>
            <a:ext cx="1317408" cy="14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0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8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04" decel="50000">
                                          <p:stCondLst>
                                            <p:cond delay="104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8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04" decel="50000">
                                          <p:stCondLst>
                                            <p:cond delay="104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6" presetClass="exit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113" accel="50000">
                                          <p:stCondLst>
                                            <p:cond delay="113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139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11">
                                          <p:stCondLst>
                                            <p:cond delay="113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15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7" tmFilter="0, 0; 0.125,0.2665; 0.25,0.4; 0.375,0.465; 0.5,0.5;  0.625,0.535; 0.75,0.6; 0.875,0.7335; 1,1">
                                          <p:stCondLst>
                                            <p:cond delay="82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2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13" accel="50000">
                                          <p:stCondLst>
                                            <p:cond delay="113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16">
                                          <p:stCondLst>
                                            <p:cond delay="38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04" decel="50000">
                                          <p:stCondLst>
                                            <p:cond delay="4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10BCC-9CAD-7F4A-C037-F1122E74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5B949FE7-7B2D-C182-B987-B501E1496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120" y="382588"/>
            <a:ext cx="1625073" cy="9144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B6B6977-5AC5-3076-2EE8-FCB54527EFD8}"/>
              </a:ext>
            </a:extLst>
          </p:cNvPr>
          <p:cNvSpPr/>
          <p:nvPr/>
        </p:nvSpPr>
        <p:spPr>
          <a:xfrm>
            <a:off x="0" y="-1"/>
            <a:ext cx="7199313" cy="1439863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99000">
                <a:srgbClr val="FF0000"/>
              </a:gs>
            </a:gsLst>
            <a:lin ang="4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 descr="mcdonald's transparente png, mcdonald's livre png 19909454 PNG">
            <a:extLst>
              <a:ext uri="{FF2B5EF4-FFF2-40B4-BE49-F238E27FC236}">
                <a16:creationId xmlns:a16="http://schemas.microsoft.com/office/drawing/2014/main" id="{CBFE02E6-16CC-4732-B457-AFAF9BC5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767" y="0"/>
            <a:ext cx="422673" cy="42267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91FB771-2DE7-3423-E2F8-B72DCB816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32" y="65009"/>
            <a:ext cx="2254935" cy="127752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29343B5-8959-2A5C-FC34-F7B6447A0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1"/>
          <a:stretch>
            <a:fillRect/>
          </a:stretch>
        </p:blipFill>
        <p:spPr>
          <a:xfrm>
            <a:off x="4913652" y="0"/>
            <a:ext cx="1317408" cy="1439863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41A23DE2-7C14-9F6F-E33D-AD68F216518F}"/>
              </a:ext>
            </a:extLst>
          </p:cNvPr>
          <p:cNvGrpSpPr/>
          <p:nvPr/>
        </p:nvGrpSpPr>
        <p:grpSpPr>
          <a:xfrm>
            <a:off x="2782933" y="39640"/>
            <a:ext cx="1931486" cy="1285048"/>
            <a:chOff x="2569076" y="72836"/>
            <a:chExt cx="1931486" cy="1285048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21D66A3-84DA-29B7-79BE-F6FA91CDCBFD}"/>
                </a:ext>
              </a:extLst>
            </p:cNvPr>
            <p:cNvSpPr txBox="1"/>
            <p:nvPr/>
          </p:nvSpPr>
          <p:spPr>
            <a:xfrm>
              <a:off x="2569076" y="72836"/>
              <a:ext cx="752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Pediu</a:t>
              </a:r>
              <a:endParaRPr lang="pt-BR" sz="20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28DC748-C9FD-C9B6-86DD-E67C26A2DB99}"/>
                </a:ext>
              </a:extLst>
            </p:cNvPr>
            <p:cNvSpPr txBox="1"/>
            <p:nvPr/>
          </p:nvSpPr>
          <p:spPr>
            <a:xfrm>
              <a:off x="2772496" y="261748"/>
              <a:ext cx="13913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Cantando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FF7F38C-04CF-F19B-B445-67E6B2C38D37}"/>
                </a:ext>
              </a:extLst>
            </p:cNvPr>
            <p:cNvSpPr txBox="1"/>
            <p:nvPr/>
          </p:nvSpPr>
          <p:spPr>
            <a:xfrm>
              <a:off x="2603705" y="466690"/>
              <a:ext cx="7381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Saiu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788B3874-50B1-A7B6-C54B-14884C933711}"/>
                </a:ext>
              </a:extLst>
            </p:cNvPr>
            <p:cNvSpPr txBox="1"/>
            <p:nvPr/>
          </p:nvSpPr>
          <p:spPr>
            <a:xfrm>
              <a:off x="2794288" y="683600"/>
              <a:ext cx="13477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Ganhando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CF1E49C-0538-85EA-D958-EA92C5D25BEE}"/>
                </a:ext>
              </a:extLst>
            </p:cNvPr>
            <p:cNvSpPr txBox="1"/>
            <p:nvPr/>
          </p:nvSpPr>
          <p:spPr>
            <a:xfrm>
              <a:off x="2647949" y="988552"/>
              <a:ext cx="1852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No drive-tudo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480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2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750"/>
                            </p:stCondLst>
                            <p:childTnLst>
                              <p:par>
                                <p:cTn id="25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0B4D0-1491-816B-5B02-EF31A615E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50840296-B32D-5436-702F-2BEFC175E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824" y="382588"/>
            <a:ext cx="1883664" cy="9144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0366663-11F3-A616-FA01-6148CEC0546B}"/>
              </a:ext>
            </a:extLst>
          </p:cNvPr>
          <p:cNvSpPr/>
          <p:nvPr/>
        </p:nvSpPr>
        <p:spPr>
          <a:xfrm>
            <a:off x="0" y="0"/>
            <a:ext cx="7199313" cy="1439863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99000">
                <a:srgbClr val="FF0000"/>
              </a:gs>
            </a:gsLst>
            <a:lin ang="4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 descr="mcdonald's transparente png, mcdonald's livre png 19909454 PNG">
            <a:extLst>
              <a:ext uri="{FF2B5EF4-FFF2-40B4-BE49-F238E27FC236}">
                <a16:creationId xmlns:a16="http://schemas.microsoft.com/office/drawing/2014/main" id="{9D2E73E9-B489-10A6-4B80-2F900D8B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767" y="0"/>
            <a:ext cx="422673" cy="422673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75DA21A-4D54-1D38-C0E4-83368A574B9D}"/>
              </a:ext>
            </a:extLst>
          </p:cNvPr>
          <p:cNvGrpSpPr/>
          <p:nvPr/>
        </p:nvGrpSpPr>
        <p:grpSpPr>
          <a:xfrm>
            <a:off x="2782933" y="39640"/>
            <a:ext cx="1931486" cy="1285048"/>
            <a:chOff x="2569076" y="72836"/>
            <a:chExt cx="1931486" cy="1285048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83DE521-CA67-B958-B817-35E3C493F7CB}"/>
                </a:ext>
              </a:extLst>
            </p:cNvPr>
            <p:cNvSpPr txBox="1"/>
            <p:nvPr/>
          </p:nvSpPr>
          <p:spPr>
            <a:xfrm>
              <a:off x="2569076" y="72836"/>
              <a:ext cx="752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Pediu</a:t>
              </a:r>
              <a:endParaRPr lang="pt-BR" sz="20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87D35BBE-EA18-5B7D-E4C7-56CC174DCDAF}"/>
                </a:ext>
              </a:extLst>
            </p:cNvPr>
            <p:cNvSpPr txBox="1"/>
            <p:nvPr/>
          </p:nvSpPr>
          <p:spPr>
            <a:xfrm>
              <a:off x="2772496" y="261748"/>
              <a:ext cx="13913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Cantando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14D1AA3D-EDD4-0A50-2829-E73CE10B3425}"/>
                </a:ext>
              </a:extLst>
            </p:cNvPr>
            <p:cNvSpPr txBox="1"/>
            <p:nvPr/>
          </p:nvSpPr>
          <p:spPr>
            <a:xfrm>
              <a:off x="2603705" y="466690"/>
              <a:ext cx="7381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Saiu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5E569279-26DB-F2B5-A23B-9257CF32660D}"/>
                </a:ext>
              </a:extLst>
            </p:cNvPr>
            <p:cNvSpPr txBox="1"/>
            <p:nvPr/>
          </p:nvSpPr>
          <p:spPr>
            <a:xfrm>
              <a:off x="2794288" y="683600"/>
              <a:ext cx="13477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Arial Rounded MT Bold" panose="020F0704030504030204" pitchFamily="34" charset="0"/>
                </a:rPr>
                <a:t>Ganhando</a:t>
              </a:r>
              <a:endParaRPr lang="pt-BR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D9406EC-3B02-91E5-0DFD-D85A0496683B}"/>
                </a:ext>
              </a:extLst>
            </p:cNvPr>
            <p:cNvSpPr txBox="1"/>
            <p:nvPr/>
          </p:nvSpPr>
          <p:spPr>
            <a:xfrm>
              <a:off x="2647949" y="988552"/>
              <a:ext cx="1852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No drive-tudo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44D756-C50D-C3CC-3CCB-4DFD2A9F98AC}"/>
              </a:ext>
            </a:extLst>
          </p:cNvPr>
          <p:cNvGrpSpPr/>
          <p:nvPr/>
        </p:nvGrpSpPr>
        <p:grpSpPr>
          <a:xfrm>
            <a:off x="-14740" y="4394"/>
            <a:ext cx="2802799" cy="1485100"/>
            <a:chOff x="-19866" y="4394"/>
            <a:chExt cx="2802799" cy="1485100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A5A2047D-5255-97BE-9D7C-D2109E5F2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866" y="128912"/>
              <a:ext cx="2802799" cy="1360582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4E7FCDEB-05E5-F71C-5422-5695EAFE9E7B}"/>
                </a:ext>
              </a:extLst>
            </p:cNvPr>
            <p:cNvSpPr txBox="1"/>
            <p:nvPr/>
          </p:nvSpPr>
          <p:spPr>
            <a:xfrm>
              <a:off x="223150" y="4394"/>
              <a:ext cx="25489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Méqui Box  4 Pessoas</a:t>
              </a:r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DD1745DA-A525-2ED4-8EAD-02409DF29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1"/>
          <a:stretch>
            <a:fillRect/>
          </a:stretch>
        </p:blipFill>
        <p:spPr>
          <a:xfrm>
            <a:off x="4913652" y="0"/>
            <a:ext cx="1317408" cy="14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2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45" presetClass="exit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22</Words>
  <Application>Microsoft Office PowerPoint</Application>
  <PresentationFormat>Personalizar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Rounded MT Bold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vboxuser</dc:creator>
  <cp:lastModifiedBy>vboxuser</cp:lastModifiedBy>
  <cp:revision>5</cp:revision>
  <dcterms:created xsi:type="dcterms:W3CDTF">2026-08-24T22:44:35Z</dcterms:created>
  <dcterms:modified xsi:type="dcterms:W3CDTF">2026-08-27T23:50:15Z</dcterms:modified>
</cp:coreProperties>
</file>