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7713663" cy="4338638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BF00"/>
    <a:srgbClr val="5A180A"/>
    <a:srgbClr val="E82013"/>
    <a:srgbClr val="FF8601"/>
    <a:srgbClr val="5E21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60" autoAdjust="0"/>
    <p:restoredTop sz="94660"/>
  </p:normalViewPr>
  <p:slideViewPr>
    <p:cSldViewPr snapToGrid="0">
      <p:cViewPr>
        <p:scale>
          <a:sx n="100" d="100"/>
          <a:sy n="100" d="100"/>
        </p:scale>
        <p:origin x="2580" y="1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4208" y="710050"/>
            <a:ext cx="5785247" cy="1510489"/>
          </a:xfrm>
        </p:spPr>
        <p:txBody>
          <a:bodyPr anchor="b"/>
          <a:lstStyle>
            <a:lvl1pPr algn="ctr">
              <a:defRPr sz="379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4208" y="2278789"/>
            <a:ext cx="5785247" cy="1047500"/>
          </a:xfrm>
        </p:spPr>
        <p:txBody>
          <a:bodyPr/>
          <a:lstStyle>
            <a:lvl1pPr marL="0" indent="0" algn="ctr">
              <a:buNone/>
              <a:defRPr sz="1518"/>
            </a:lvl1pPr>
            <a:lvl2pPr marL="289225" indent="0" algn="ctr">
              <a:buNone/>
              <a:defRPr sz="1265"/>
            </a:lvl2pPr>
            <a:lvl3pPr marL="578449" indent="0" algn="ctr">
              <a:buNone/>
              <a:defRPr sz="1139"/>
            </a:lvl3pPr>
            <a:lvl4pPr marL="867674" indent="0" algn="ctr">
              <a:buNone/>
              <a:defRPr sz="1012"/>
            </a:lvl4pPr>
            <a:lvl5pPr marL="1156899" indent="0" algn="ctr">
              <a:buNone/>
              <a:defRPr sz="1012"/>
            </a:lvl5pPr>
            <a:lvl6pPr marL="1446124" indent="0" algn="ctr">
              <a:buNone/>
              <a:defRPr sz="1012"/>
            </a:lvl6pPr>
            <a:lvl7pPr marL="1735348" indent="0" algn="ctr">
              <a:buNone/>
              <a:defRPr sz="1012"/>
            </a:lvl7pPr>
            <a:lvl8pPr marL="2024573" indent="0" algn="ctr">
              <a:buNone/>
              <a:defRPr sz="1012"/>
            </a:lvl8pPr>
            <a:lvl9pPr marL="2313798" indent="0" algn="ctr">
              <a:buNone/>
              <a:defRPr sz="1012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FC52-D451-431C-837C-0FC9725A9C5A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66BF3-5C52-4D90-885D-4CFC543FC7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1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FC52-D451-431C-837C-0FC9725A9C5A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66BF3-5C52-4D90-885D-4CFC543FC7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5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297" y="1081647"/>
            <a:ext cx="6653034" cy="1804753"/>
          </a:xfrm>
        </p:spPr>
        <p:txBody>
          <a:bodyPr anchor="b"/>
          <a:lstStyle>
            <a:lvl1pPr>
              <a:defRPr sz="379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6297" y="2903473"/>
            <a:ext cx="6653034" cy="949077"/>
          </a:xfrm>
        </p:spPr>
        <p:txBody>
          <a:bodyPr/>
          <a:lstStyle>
            <a:lvl1pPr marL="0" indent="0">
              <a:buNone/>
              <a:defRPr sz="1518">
                <a:solidFill>
                  <a:schemeClr val="tx1">
                    <a:tint val="82000"/>
                  </a:schemeClr>
                </a:solidFill>
              </a:defRPr>
            </a:lvl1pPr>
            <a:lvl2pPr marL="289225" indent="0">
              <a:buNone/>
              <a:defRPr sz="1265">
                <a:solidFill>
                  <a:schemeClr val="tx1">
                    <a:tint val="82000"/>
                  </a:schemeClr>
                </a:solidFill>
              </a:defRPr>
            </a:lvl2pPr>
            <a:lvl3pPr marL="578449" indent="0">
              <a:buNone/>
              <a:defRPr sz="1139">
                <a:solidFill>
                  <a:schemeClr val="tx1">
                    <a:tint val="82000"/>
                  </a:schemeClr>
                </a:solidFill>
              </a:defRPr>
            </a:lvl3pPr>
            <a:lvl4pPr marL="867674" indent="0">
              <a:buNone/>
              <a:defRPr sz="1012">
                <a:solidFill>
                  <a:schemeClr val="tx1">
                    <a:tint val="82000"/>
                  </a:schemeClr>
                </a:solidFill>
              </a:defRPr>
            </a:lvl4pPr>
            <a:lvl5pPr marL="1156899" indent="0">
              <a:buNone/>
              <a:defRPr sz="1012">
                <a:solidFill>
                  <a:schemeClr val="tx1">
                    <a:tint val="82000"/>
                  </a:schemeClr>
                </a:solidFill>
              </a:defRPr>
            </a:lvl5pPr>
            <a:lvl6pPr marL="1446124" indent="0">
              <a:buNone/>
              <a:defRPr sz="1012">
                <a:solidFill>
                  <a:schemeClr val="tx1">
                    <a:tint val="82000"/>
                  </a:schemeClr>
                </a:solidFill>
              </a:defRPr>
            </a:lvl6pPr>
            <a:lvl7pPr marL="1735348" indent="0">
              <a:buNone/>
              <a:defRPr sz="1012">
                <a:solidFill>
                  <a:schemeClr val="tx1">
                    <a:tint val="82000"/>
                  </a:schemeClr>
                </a:solidFill>
              </a:defRPr>
            </a:lvl7pPr>
            <a:lvl8pPr marL="2024573" indent="0">
              <a:buNone/>
              <a:defRPr sz="1012">
                <a:solidFill>
                  <a:schemeClr val="tx1">
                    <a:tint val="82000"/>
                  </a:schemeClr>
                </a:solidFill>
              </a:defRPr>
            </a:lvl8pPr>
            <a:lvl9pPr marL="2313798" indent="0">
              <a:buNone/>
              <a:defRPr sz="101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FC52-D451-431C-837C-0FC9725A9C5A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66BF3-5C52-4D90-885D-4CFC543FC7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2840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0314" y="1154961"/>
            <a:ext cx="3278307" cy="275282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5042" y="1154961"/>
            <a:ext cx="3278307" cy="275282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FC52-D451-431C-837C-0FC9725A9C5A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66BF3-5C52-4D90-885D-4CFC543FC7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017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19" y="230993"/>
            <a:ext cx="6653034" cy="83860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319" y="1063569"/>
            <a:ext cx="3263241" cy="521239"/>
          </a:xfrm>
        </p:spPr>
        <p:txBody>
          <a:bodyPr anchor="b"/>
          <a:lstStyle>
            <a:lvl1pPr marL="0" indent="0">
              <a:buNone/>
              <a:defRPr sz="1518" b="1"/>
            </a:lvl1pPr>
            <a:lvl2pPr marL="289225" indent="0">
              <a:buNone/>
              <a:defRPr sz="1265" b="1"/>
            </a:lvl2pPr>
            <a:lvl3pPr marL="578449" indent="0">
              <a:buNone/>
              <a:defRPr sz="1139" b="1"/>
            </a:lvl3pPr>
            <a:lvl4pPr marL="867674" indent="0">
              <a:buNone/>
              <a:defRPr sz="1012" b="1"/>
            </a:lvl4pPr>
            <a:lvl5pPr marL="1156899" indent="0">
              <a:buNone/>
              <a:defRPr sz="1012" b="1"/>
            </a:lvl5pPr>
            <a:lvl6pPr marL="1446124" indent="0">
              <a:buNone/>
              <a:defRPr sz="1012" b="1"/>
            </a:lvl6pPr>
            <a:lvl7pPr marL="1735348" indent="0">
              <a:buNone/>
              <a:defRPr sz="1012" b="1"/>
            </a:lvl7pPr>
            <a:lvl8pPr marL="2024573" indent="0">
              <a:buNone/>
              <a:defRPr sz="1012" b="1"/>
            </a:lvl8pPr>
            <a:lvl9pPr marL="2313798" indent="0">
              <a:buNone/>
              <a:defRPr sz="1012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319" y="1584808"/>
            <a:ext cx="3263241" cy="23310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05042" y="1063569"/>
            <a:ext cx="3279311" cy="521239"/>
          </a:xfrm>
        </p:spPr>
        <p:txBody>
          <a:bodyPr anchor="b"/>
          <a:lstStyle>
            <a:lvl1pPr marL="0" indent="0">
              <a:buNone/>
              <a:defRPr sz="1518" b="1"/>
            </a:lvl1pPr>
            <a:lvl2pPr marL="289225" indent="0">
              <a:buNone/>
              <a:defRPr sz="1265" b="1"/>
            </a:lvl2pPr>
            <a:lvl3pPr marL="578449" indent="0">
              <a:buNone/>
              <a:defRPr sz="1139" b="1"/>
            </a:lvl3pPr>
            <a:lvl4pPr marL="867674" indent="0">
              <a:buNone/>
              <a:defRPr sz="1012" b="1"/>
            </a:lvl4pPr>
            <a:lvl5pPr marL="1156899" indent="0">
              <a:buNone/>
              <a:defRPr sz="1012" b="1"/>
            </a:lvl5pPr>
            <a:lvl6pPr marL="1446124" indent="0">
              <a:buNone/>
              <a:defRPr sz="1012" b="1"/>
            </a:lvl6pPr>
            <a:lvl7pPr marL="1735348" indent="0">
              <a:buNone/>
              <a:defRPr sz="1012" b="1"/>
            </a:lvl7pPr>
            <a:lvl8pPr marL="2024573" indent="0">
              <a:buNone/>
              <a:defRPr sz="1012" b="1"/>
            </a:lvl8pPr>
            <a:lvl9pPr marL="2313798" indent="0">
              <a:buNone/>
              <a:defRPr sz="1012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05042" y="1584808"/>
            <a:ext cx="3279311" cy="23310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FC52-D451-431C-837C-0FC9725A9C5A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66BF3-5C52-4D90-885D-4CFC543FC7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7475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FC52-D451-431C-837C-0FC9725A9C5A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66BF3-5C52-4D90-885D-4CFC543FC7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927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FC52-D451-431C-837C-0FC9725A9C5A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66BF3-5C52-4D90-885D-4CFC543FC7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145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19" y="289242"/>
            <a:ext cx="2487857" cy="1012349"/>
          </a:xfrm>
        </p:spPr>
        <p:txBody>
          <a:bodyPr anchor="b"/>
          <a:lstStyle>
            <a:lvl1pPr>
              <a:defRPr sz="202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9311" y="624684"/>
            <a:ext cx="3905042" cy="3083245"/>
          </a:xfrm>
        </p:spPr>
        <p:txBody>
          <a:bodyPr/>
          <a:lstStyle>
            <a:lvl1pPr>
              <a:defRPr sz="2024"/>
            </a:lvl1pPr>
            <a:lvl2pPr>
              <a:defRPr sz="1771"/>
            </a:lvl2pPr>
            <a:lvl3pPr>
              <a:defRPr sz="1518"/>
            </a:lvl3pPr>
            <a:lvl4pPr>
              <a:defRPr sz="1265"/>
            </a:lvl4pPr>
            <a:lvl5pPr>
              <a:defRPr sz="1265"/>
            </a:lvl5pPr>
            <a:lvl6pPr>
              <a:defRPr sz="1265"/>
            </a:lvl6pPr>
            <a:lvl7pPr>
              <a:defRPr sz="1265"/>
            </a:lvl7pPr>
            <a:lvl8pPr>
              <a:defRPr sz="1265"/>
            </a:lvl8pPr>
            <a:lvl9pPr>
              <a:defRPr sz="126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19" y="1301591"/>
            <a:ext cx="2487857" cy="2411359"/>
          </a:xfrm>
        </p:spPr>
        <p:txBody>
          <a:bodyPr/>
          <a:lstStyle>
            <a:lvl1pPr marL="0" indent="0">
              <a:buNone/>
              <a:defRPr sz="1012"/>
            </a:lvl1pPr>
            <a:lvl2pPr marL="289225" indent="0">
              <a:buNone/>
              <a:defRPr sz="886"/>
            </a:lvl2pPr>
            <a:lvl3pPr marL="578449" indent="0">
              <a:buNone/>
              <a:defRPr sz="759"/>
            </a:lvl3pPr>
            <a:lvl4pPr marL="867674" indent="0">
              <a:buNone/>
              <a:defRPr sz="633"/>
            </a:lvl4pPr>
            <a:lvl5pPr marL="1156899" indent="0">
              <a:buNone/>
              <a:defRPr sz="633"/>
            </a:lvl5pPr>
            <a:lvl6pPr marL="1446124" indent="0">
              <a:buNone/>
              <a:defRPr sz="633"/>
            </a:lvl6pPr>
            <a:lvl7pPr marL="1735348" indent="0">
              <a:buNone/>
              <a:defRPr sz="633"/>
            </a:lvl7pPr>
            <a:lvl8pPr marL="2024573" indent="0">
              <a:buNone/>
              <a:defRPr sz="633"/>
            </a:lvl8pPr>
            <a:lvl9pPr marL="2313798" indent="0">
              <a:buNone/>
              <a:defRPr sz="6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FC52-D451-431C-837C-0FC9725A9C5A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66BF3-5C52-4D90-885D-4CFC543FC7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70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19" y="289242"/>
            <a:ext cx="2487857" cy="1012349"/>
          </a:xfrm>
        </p:spPr>
        <p:txBody>
          <a:bodyPr anchor="b"/>
          <a:lstStyle>
            <a:lvl1pPr>
              <a:defRPr sz="202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79311" y="624684"/>
            <a:ext cx="3905042" cy="3083245"/>
          </a:xfrm>
        </p:spPr>
        <p:txBody>
          <a:bodyPr anchor="t"/>
          <a:lstStyle>
            <a:lvl1pPr marL="0" indent="0">
              <a:buNone/>
              <a:defRPr sz="2024"/>
            </a:lvl1pPr>
            <a:lvl2pPr marL="289225" indent="0">
              <a:buNone/>
              <a:defRPr sz="1771"/>
            </a:lvl2pPr>
            <a:lvl3pPr marL="578449" indent="0">
              <a:buNone/>
              <a:defRPr sz="1518"/>
            </a:lvl3pPr>
            <a:lvl4pPr marL="867674" indent="0">
              <a:buNone/>
              <a:defRPr sz="1265"/>
            </a:lvl4pPr>
            <a:lvl5pPr marL="1156899" indent="0">
              <a:buNone/>
              <a:defRPr sz="1265"/>
            </a:lvl5pPr>
            <a:lvl6pPr marL="1446124" indent="0">
              <a:buNone/>
              <a:defRPr sz="1265"/>
            </a:lvl6pPr>
            <a:lvl7pPr marL="1735348" indent="0">
              <a:buNone/>
              <a:defRPr sz="1265"/>
            </a:lvl7pPr>
            <a:lvl8pPr marL="2024573" indent="0">
              <a:buNone/>
              <a:defRPr sz="1265"/>
            </a:lvl8pPr>
            <a:lvl9pPr marL="2313798" indent="0">
              <a:buNone/>
              <a:defRPr sz="126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19" y="1301591"/>
            <a:ext cx="2487857" cy="2411359"/>
          </a:xfrm>
        </p:spPr>
        <p:txBody>
          <a:bodyPr/>
          <a:lstStyle>
            <a:lvl1pPr marL="0" indent="0">
              <a:buNone/>
              <a:defRPr sz="1012"/>
            </a:lvl1pPr>
            <a:lvl2pPr marL="289225" indent="0">
              <a:buNone/>
              <a:defRPr sz="886"/>
            </a:lvl2pPr>
            <a:lvl3pPr marL="578449" indent="0">
              <a:buNone/>
              <a:defRPr sz="759"/>
            </a:lvl3pPr>
            <a:lvl4pPr marL="867674" indent="0">
              <a:buNone/>
              <a:defRPr sz="633"/>
            </a:lvl4pPr>
            <a:lvl5pPr marL="1156899" indent="0">
              <a:buNone/>
              <a:defRPr sz="633"/>
            </a:lvl5pPr>
            <a:lvl6pPr marL="1446124" indent="0">
              <a:buNone/>
              <a:defRPr sz="633"/>
            </a:lvl6pPr>
            <a:lvl7pPr marL="1735348" indent="0">
              <a:buNone/>
              <a:defRPr sz="633"/>
            </a:lvl7pPr>
            <a:lvl8pPr marL="2024573" indent="0">
              <a:buNone/>
              <a:defRPr sz="633"/>
            </a:lvl8pPr>
            <a:lvl9pPr marL="2313798" indent="0">
              <a:buNone/>
              <a:defRPr sz="6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FC52-D451-431C-837C-0FC9725A9C5A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66BF3-5C52-4D90-885D-4CFC543FC7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8472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FC52-D451-431C-837C-0FC9725A9C5A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66BF3-5C52-4D90-885D-4CFC543FC7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6750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0090" y="230992"/>
            <a:ext cx="1663259" cy="367679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0314" y="230992"/>
            <a:ext cx="4893355" cy="367679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FC52-D451-431C-837C-0FC9725A9C5A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66BF3-5C52-4D90-885D-4CFC543FC7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61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0315" y="230993"/>
            <a:ext cx="6653034" cy="838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15" y="1154961"/>
            <a:ext cx="6653034" cy="2752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0314" y="4021275"/>
            <a:ext cx="1735574" cy="23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0FC52-D451-431C-837C-0FC9725A9C5A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55151" y="4021275"/>
            <a:ext cx="2603361" cy="23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47775" y="4021275"/>
            <a:ext cx="1735574" cy="2309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B66BF3-5C52-4D90-885D-4CFC543FC7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603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78449" rtl="0" eaLnBrk="1" latinLnBrk="0" hangingPunct="1">
        <a:lnSpc>
          <a:spcPct val="90000"/>
        </a:lnSpc>
        <a:spcBef>
          <a:spcPct val="0"/>
        </a:spcBef>
        <a:buNone/>
        <a:defRPr sz="27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612" indent="-144612" algn="l" defTabSz="578449" rtl="0" eaLnBrk="1" latinLnBrk="0" hangingPunct="1">
        <a:lnSpc>
          <a:spcPct val="90000"/>
        </a:lnSpc>
        <a:spcBef>
          <a:spcPts val="633"/>
        </a:spcBef>
        <a:buFont typeface="Arial" panose="020B0604020202020204" pitchFamily="34" charset="0"/>
        <a:buChar char="•"/>
        <a:defRPr sz="1771" kern="1200">
          <a:solidFill>
            <a:schemeClr val="tx1"/>
          </a:solidFill>
          <a:latin typeface="+mn-lt"/>
          <a:ea typeface="+mn-ea"/>
          <a:cs typeface="+mn-cs"/>
        </a:defRPr>
      </a:lvl1pPr>
      <a:lvl2pPr marL="433837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518" kern="1200">
          <a:solidFill>
            <a:schemeClr val="tx1"/>
          </a:solidFill>
          <a:latin typeface="+mn-lt"/>
          <a:ea typeface="+mn-ea"/>
          <a:cs typeface="+mn-cs"/>
        </a:defRPr>
      </a:lvl2pPr>
      <a:lvl3pPr marL="723062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265" kern="1200">
          <a:solidFill>
            <a:schemeClr val="tx1"/>
          </a:solidFill>
          <a:latin typeface="+mn-lt"/>
          <a:ea typeface="+mn-ea"/>
          <a:cs typeface="+mn-cs"/>
        </a:defRPr>
      </a:lvl3pPr>
      <a:lvl4pPr marL="1012287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9" kern="1200">
          <a:solidFill>
            <a:schemeClr val="tx1"/>
          </a:solidFill>
          <a:latin typeface="+mn-lt"/>
          <a:ea typeface="+mn-ea"/>
          <a:cs typeface="+mn-cs"/>
        </a:defRPr>
      </a:lvl4pPr>
      <a:lvl5pPr marL="1301511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9" kern="1200">
          <a:solidFill>
            <a:schemeClr val="tx1"/>
          </a:solidFill>
          <a:latin typeface="+mn-lt"/>
          <a:ea typeface="+mn-ea"/>
          <a:cs typeface="+mn-cs"/>
        </a:defRPr>
      </a:lvl5pPr>
      <a:lvl6pPr marL="1590736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9" kern="1200">
          <a:solidFill>
            <a:schemeClr val="tx1"/>
          </a:solidFill>
          <a:latin typeface="+mn-lt"/>
          <a:ea typeface="+mn-ea"/>
          <a:cs typeface="+mn-cs"/>
        </a:defRPr>
      </a:lvl6pPr>
      <a:lvl7pPr marL="1879961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9" kern="1200">
          <a:solidFill>
            <a:schemeClr val="tx1"/>
          </a:solidFill>
          <a:latin typeface="+mn-lt"/>
          <a:ea typeface="+mn-ea"/>
          <a:cs typeface="+mn-cs"/>
        </a:defRPr>
      </a:lvl7pPr>
      <a:lvl8pPr marL="2169185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9" kern="1200">
          <a:solidFill>
            <a:schemeClr val="tx1"/>
          </a:solidFill>
          <a:latin typeface="+mn-lt"/>
          <a:ea typeface="+mn-ea"/>
          <a:cs typeface="+mn-cs"/>
        </a:defRPr>
      </a:lvl8pPr>
      <a:lvl9pPr marL="2458410" indent="-144612" algn="l" defTabSz="578449" rtl="0" eaLnBrk="1" latinLnBrk="0" hangingPunct="1">
        <a:lnSpc>
          <a:spcPct val="90000"/>
        </a:lnSpc>
        <a:spcBef>
          <a:spcPts val="316"/>
        </a:spcBef>
        <a:buFont typeface="Arial" panose="020B0604020202020204" pitchFamily="34" charset="0"/>
        <a:buChar char="•"/>
        <a:defRPr sz="11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1pPr>
      <a:lvl2pPr marL="289225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2pPr>
      <a:lvl3pPr marL="578449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3pPr>
      <a:lvl4pPr marL="867674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4pPr>
      <a:lvl5pPr marL="1156899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5pPr>
      <a:lvl6pPr marL="1446124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6pPr>
      <a:lvl7pPr marL="1735348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7pPr>
      <a:lvl8pPr marL="2024573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8pPr>
      <a:lvl9pPr marL="2313798" algn="l" defTabSz="578449" rtl="0" eaLnBrk="1" latinLnBrk="0" hangingPunct="1">
        <a:defRPr sz="1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48E35-67BE-3DFE-8446-CF2A269CAE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3B8541-3A3A-622F-89AD-A2E7736818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7470454-97E1-DCF7-4673-E2DC1E80F168}"/>
              </a:ext>
            </a:extLst>
          </p:cNvPr>
          <p:cNvSpPr/>
          <p:nvPr/>
        </p:nvSpPr>
        <p:spPr>
          <a:xfrm>
            <a:off x="0" y="0"/>
            <a:ext cx="8782049" cy="4338638"/>
          </a:xfrm>
          <a:prstGeom prst="rect">
            <a:avLst/>
          </a:prstGeom>
          <a:solidFill>
            <a:srgbClr val="5E21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24776C0-90B1-221C-E635-453D94544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564" y="-2186939"/>
            <a:ext cx="3895084" cy="1704100"/>
          </a:xfrm>
          <a:prstGeom prst="rect">
            <a:avLst/>
          </a:prstGeom>
          <a:solidFill>
            <a:srgbClr val="5E210C"/>
          </a:solidFill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6204758B-4C66-3751-0FF8-5FF3AEBAB6F9}"/>
              </a:ext>
            </a:extLst>
          </p:cNvPr>
          <p:cNvSpPr txBox="1"/>
          <p:nvPr/>
        </p:nvSpPr>
        <p:spPr>
          <a:xfrm>
            <a:off x="3132354" y="1177936"/>
            <a:ext cx="37812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dirty="0">
                <a:solidFill>
                  <a:schemeClr val="bg1"/>
                </a:solidFill>
                <a:latin typeface="Cooper Black" panose="0208090404030B020404" pitchFamily="18" charset="0"/>
              </a:rPr>
              <a:t>Fogo na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2B554CC-992D-3611-468B-68D87B329DD2}"/>
              </a:ext>
            </a:extLst>
          </p:cNvPr>
          <p:cNvSpPr txBox="1"/>
          <p:nvPr/>
        </p:nvSpPr>
        <p:spPr>
          <a:xfrm>
            <a:off x="3545359" y="1879739"/>
            <a:ext cx="416830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800" dirty="0">
                <a:solidFill>
                  <a:srgbClr val="FF8601"/>
                </a:solidFill>
                <a:latin typeface="Cooper Black" panose="0208090404030B020404" pitchFamily="18" charset="0"/>
              </a:rPr>
              <a:t>grelha!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A795AAB-BE96-4473-8A84-05DDD7D8AA3A}"/>
              </a:ext>
            </a:extLst>
          </p:cNvPr>
          <p:cNvSpPr txBox="1"/>
          <p:nvPr/>
        </p:nvSpPr>
        <p:spPr>
          <a:xfrm>
            <a:off x="3679962" y="3809128"/>
            <a:ext cx="3899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  <a:latin typeface="Cooper Black" panose="0208090404030B020404" pitchFamily="18" charset="0"/>
              </a:rPr>
              <a:t>Confira nossos sanduíches de carne.</a:t>
            </a:r>
          </a:p>
        </p:txBody>
      </p:sp>
      <p:pic>
        <p:nvPicPr>
          <p:cNvPr id="10" name="Imagem 9" descr="Grande Fundo de imagem de sanduíche de hambúrguer PNG">
            <a:extLst>
              <a:ext uri="{FF2B5EF4-FFF2-40B4-BE49-F238E27FC236}">
                <a16:creationId xmlns:a16="http://schemas.microsoft.com/office/drawing/2014/main" id="{ECEAADCF-3400-FD00-3A9B-6399359DC6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53" b="-2344"/>
          <a:stretch>
            <a:fillRect/>
          </a:stretch>
        </p:blipFill>
        <p:spPr>
          <a:xfrm>
            <a:off x="0" y="681259"/>
            <a:ext cx="3505199" cy="355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842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50E56-F16D-E859-E00E-08E925F9E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78FE4-E9B7-3233-2B0B-16E57508AA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07781B-EFFE-A29D-3ECA-85BC5466A9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E2B727B-1D88-6A1F-8741-69E44B217292}"/>
              </a:ext>
            </a:extLst>
          </p:cNvPr>
          <p:cNvSpPr/>
          <p:nvPr/>
        </p:nvSpPr>
        <p:spPr>
          <a:xfrm>
            <a:off x="0" y="0"/>
            <a:ext cx="8782049" cy="4338638"/>
          </a:xfrm>
          <a:prstGeom prst="rect">
            <a:avLst/>
          </a:prstGeom>
          <a:solidFill>
            <a:srgbClr val="5E21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B75F5AA-6610-9BD9-BD6D-FA661EE537F0}"/>
              </a:ext>
            </a:extLst>
          </p:cNvPr>
          <p:cNvSpPr txBox="1"/>
          <p:nvPr/>
        </p:nvSpPr>
        <p:spPr>
          <a:xfrm>
            <a:off x="2677679" y="13549"/>
            <a:ext cx="3391507" cy="769441"/>
          </a:xfrm>
          <a:prstGeom prst="rect">
            <a:avLst/>
          </a:prstGeom>
          <a:noFill/>
        </p:spPr>
        <p:txBody>
          <a:bodyPr wrap="square" rtlCol="0">
            <a:prstTxWarp prst="textChevron">
              <a:avLst>
                <a:gd name="adj" fmla="val 20048"/>
              </a:avLst>
            </a:prstTxWarp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Cooper Black" panose="0208090404030B020404" pitchFamily="18" charset="0"/>
              </a:rPr>
              <a:t>GIGANTES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496F47F-8EFE-061E-62DA-FA9169F221C8}"/>
              </a:ext>
            </a:extLst>
          </p:cNvPr>
          <p:cNvSpPr txBox="1"/>
          <p:nvPr/>
        </p:nvSpPr>
        <p:spPr>
          <a:xfrm>
            <a:off x="821373" y="1500879"/>
            <a:ext cx="276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rgbClr val="FBBF00"/>
                </a:solidFill>
                <a:latin typeface="Cooper Black" panose="0208090404030B020404" pitchFamily="18" charset="0"/>
              </a:rPr>
              <a:t>2</a:t>
            </a:r>
            <a:endParaRPr lang="pt-BR" sz="2000" dirty="0">
              <a:solidFill>
                <a:srgbClr val="FBBF00"/>
              </a:solidFill>
              <a:latin typeface="Cooper Black" panose="0208090404030B020404" pitchFamily="18" charset="0"/>
            </a:endParaRPr>
          </a:p>
        </p:txBody>
      </p:sp>
      <p:pic>
        <p:nvPicPr>
          <p:cNvPr id="6" name="Imagem 5" descr="Gigantes em Dobro: a promoção do Burger King® que oferece 2 ...">
            <a:extLst>
              <a:ext uri="{FF2B5EF4-FFF2-40B4-BE49-F238E27FC236}">
                <a16:creationId xmlns:a16="http://schemas.microsoft.com/office/drawing/2014/main" id="{CCA787CD-D91F-EB72-3DBF-79FE38AE6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625" y="-2927606"/>
            <a:ext cx="5009036" cy="281970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DA740A0-9978-9657-B48C-63C665858AAA}"/>
              </a:ext>
            </a:extLst>
          </p:cNvPr>
          <p:cNvSpPr txBox="1"/>
          <p:nvPr/>
        </p:nvSpPr>
        <p:spPr>
          <a:xfrm>
            <a:off x="2838902" y="636815"/>
            <a:ext cx="3100994" cy="707886"/>
          </a:xfrm>
          <a:prstGeom prst="rect">
            <a:avLst/>
          </a:prstGeom>
          <a:noFill/>
        </p:spPr>
        <p:txBody>
          <a:bodyPr wrap="square" rtlCol="0">
            <a:prstTxWarp prst="textChevron">
              <a:avLst>
                <a:gd name="adj" fmla="val 22309"/>
              </a:avLst>
            </a:prstTxWarp>
            <a:spAutoFit/>
          </a:bodyPr>
          <a:lstStyle/>
          <a:p>
            <a:r>
              <a:rPr lang="pt-BR" sz="4000" dirty="0">
                <a:solidFill>
                  <a:srgbClr val="FBBF00"/>
                </a:solidFill>
                <a:latin typeface="Cooper Black" panose="0208090404030B020404" pitchFamily="18" charset="0"/>
              </a:rPr>
              <a:t>EM</a:t>
            </a:r>
            <a:r>
              <a:rPr lang="pt-BR" sz="4000" dirty="0">
                <a:solidFill>
                  <a:srgbClr val="E82013"/>
                </a:solidFill>
                <a:latin typeface="Cooper Black" panose="0208090404030B020404" pitchFamily="18" charset="0"/>
              </a:rPr>
              <a:t>DOBRO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F892367-FB2C-B629-A296-42E7B8A669D0}"/>
              </a:ext>
            </a:extLst>
          </p:cNvPr>
          <p:cNvSpPr/>
          <p:nvPr/>
        </p:nvSpPr>
        <p:spPr>
          <a:xfrm>
            <a:off x="-1" y="1402951"/>
            <a:ext cx="8782049" cy="338554"/>
          </a:xfrm>
          <a:prstGeom prst="rect">
            <a:avLst/>
          </a:prstGeom>
          <a:solidFill>
            <a:srgbClr val="FBB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5A180A"/>
                </a:solidFill>
                <a:latin typeface="Cooper Black" panose="0208090404030B020404" pitchFamily="18" charset="0"/>
              </a:rPr>
              <a:t>APENAS TERÇA - FEIRA</a:t>
            </a:r>
          </a:p>
        </p:txBody>
      </p:sp>
      <p:pic>
        <p:nvPicPr>
          <p:cNvPr id="14" name="Imagem 13" descr="Site Whopper">
            <a:extLst>
              <a:ext uri="{FF2B5EF4-FFF2-40B4-BE49-F238E27FC236}">
                <a16:creationId xmlns:a16="http://schemas.microsoft.com/office/drawing/2014/main" id="{23AA27AC-E81A-A8B6-E883-BE6C4568A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006" y="2383439"/>
            <a:ext cx="2311358" cy="2311358"/>
          </a:xfrm>
          <a:prstGeom prst="rect">
            <a:avLst/>
          </a:prstGeom>
        </p:spPr>
      </p:pic>
      <p:pic>
        <p:nvPicPr>
          <p:cNvPr id="15" name="Imagem 14" descr="Site Whopper BBQ">
            <a:extLst>
              <a:ext uri="{FF2B5EF4-FFF2-40B4-BE49-F238E27FC236}">
                <a16:creationId xmlns:a16="http://schemas.microsoft.com/office/drawing/2014/main" id="{CF611365-040D-3E33-05B0-9063C2024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1896" y="2370892"/>
            <a:ext cx="2296424" cy="2296424"/>
          </a:xfrm>
          <a:prstGeom prst="rect">
            <a:avLst/>
          </a:prstGeom>
        </p:spPr>
      </p:pic>
      <p:pic>
        <p:nvPicPr>
          <p:cNvPr id="16" name="Imagem 15" descr="Site Whopper Rodeio">
            <a:extLst>
              <a:ext uri="{FF2B5EF4-FFF2-40B4-BE49-F238E27FC236}">
                <a16:creationId xmlns:a16="http://schemas.microsoft.com/office/drawing/2014/main" id="{CA477ACE-D915-81B9-7170-3D0A4244F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0216" y="2331446"/>
            <a:ext cx="2375317" cy="2375317"/>
          </a:xfrm>
          <a:prstGeom prst="rect">
            <a:avLst/>
          </a:prstGeom>
        </p:spPr>
      </p:pic>
      <p:pic>
        <p:nvPicPr>
          <p:cNvPr id="17" name="Imagem 16" descr="Site Whopper Furioso">
            <a:extLst>
              <a:ext uri="{FF2B5EF4-FFF2-40B4-BE49-F238E27FC236}">
                <a16:creationId xmlns:a16="http://schemas.microsoft.com/office/drawing/2014/main" id="{B15A6ED3-B10C-0965-3D8B-559FA50E90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9184" y="2471199"/>
            <a:ext cx="2204871" cy="2204871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67750B5A-CB3B-BB6B-2F32-1DA10C3D9BF3}"/>
              </a:ext>
            </a:extLst>
          </p:cNvPr>
          <p:cNvSpPr txBox="1"/>
          <p:nvPr/>
        </p:nvSpPr>
        <p:spPr>
          <a:xfrm>
            <a:off x="432184" y="2134018"/>
            <a:ext cx="628650" cy="369332"/>
          </a:xfrm>
          <a:prstGeom prst="rect">
            <a:avLst/>
          </a:prstGeom>
          <a:noFill/>
        </p:spPr>
        <p:txBody>
          <a:bodyPr wrap="square" rtlCol="0">
            <a:prstTxWarp prst="textStop">
              <a:avLst>
                <a:gd name="adj" fmla="val 17263"/>
              </a:avLst>
            </a:prstTxWarp>
            <a:spAutoFit/>
          </a:bodyPr>
          <a:lstStyle/>
          <a:p>
            <a:r>
              <a:rPr lang="pt-BR" sz="1200" dirty="0">
                <a:solidFill>
                  <a:srgbClr val="FBBF00"/>
                </a:solidFill>
                <a:latin typeface="Cooper Black" panose="0208090404030B020404" pitchFamily="18" charset="0"/>
              </a:rPr>
              <a:t>Por</a:t>
            </a:r>
            <a:endParaRPr lang="pt-BR" dirty="0">
              <a:solidFill>
                <a:srgbClr val="FBBF00"/>
              </a:solidFill>
              <a:latin typeface="Cooper Black" panose="0208090404030B020404" pitchFamily="18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B6AC5E2-245A-8E75-CA04-15D70BF18EE5}"/>
              </a:ext>
            </a:extLst>
          </p:cNvPr>
          <p:cNvSpPr txBox="1"/>
          <p:nvPr/>
        </p:nvSpPr>
        <p:spPr>
          <a:xfrm>
            <a:off x="446499" y="2492555"/>
            <a:ext cx="532643" cy="400110"/>
          </a:xfrm>
          <a:prstGeom prst="rect">
            <a:avLst/>
          </a:prstGeom>
          <a:noFill/>
        </p:spPr>
        <p:txBody>
          <a:bodyPr wrap="square" rtlCol="0">
            <a:prstTxWarp prst="textChevronInverted">
              <a:avLst/>
            </a:prstTxWarp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Cooper Black" panose="0208090404030B020404" pitchFamily="18" charset="0"/>
              </a:rPr>
              <a:t>R$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669C748-5E32-32D7-9E1B-E42153366524}"/>
              </a:ext>
            </a:extLst>
          </p:cNvPr>
          <p:cNvSpPr txBox="1"/>
          <p:nvPr/>
        </p:nvSpPr>
        <p:spPr>
          <a:xfrm>
            <a:off x="964208" y="2171710"/>
            <a:ext cx="9648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  <a:latin typeface="Cooper Black" panose="0208090404030B020404" pitchFamily="18" charset="0"/>
              </a:rPr>
              <a:t>25</a:t>
            </a:r>
            <a:endParaRPr lang="pt-BR" sz="24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3E0127A-2A4C-77A0-E8CA-4763940CACF4}"/>
              </a:ext>
            </a:extLst>
          </p:cNvPr>
          <p:cNvSpPr txBox="1"/>
          <p:nvPr/>
        </p:nvSpPr>
        <p:spPr>
          <a:xfrm>
            <a:off x="310282" y="2802539"/>
            <a:ext cx="1650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Cooper Black" panose="0208090404030B020404" pitchFamily="18" charset="0"/>
              </a:rPr>
              <a:t>WHOPPER</a:t>
            </a:r>
            <a:endParaRPr lang="pt-BR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D7F7ED48-BE68-FC69-1EF3-9B5975FF4BF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13706">
            <a:off x="1339657" y="2001264"/>
            <a:ext cx="778341" cy="583756"/>
          </a:xfrm>
          <a:prstGeom prst="rect">
            <a:avLst/>
          </a:prstGeom>
        </p:spPr>
      </p:pic>
      <p:sp>
        <p:nvSpPr>
          <p:cNvPr id="31" name="Retângulo 30">
            <a:extLst>
              <a:ext uri="{FF2B5EF4-FFF2-40B4-BE49-F238E27FC236}">
                <a16:creationId xmlns:a16="http://schemas.microsoft.com/office/drawing/2014/main" id="{F86AC1FE-7416-634D-7B4D-483BC5FE1C4B}"/>
              </a:ext>
            </a:extLst>
          </p:cNvPr>
          <p:cNvSpPr/>
          <p:nvPr/>
        </p:nvSpPr>
        <p:spPr>
          <a:xfrm>
            <a:off x="2194916" y="1741505"/>
            <a:ext cx="45719" cy="2597133"/>
          </a:xfrm>
          <a:prstGeom prst="rect">
            <a:avLst/>
          </a:prstGeom>
          <a:solidFill>
            <a:srgbClr val="FBB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0EA8401F-059A-6A6D-C99B-31203A3AB74C}"/>
              </a:ext>
            </a:extLst>
          </p:cNvPr>
          <p:cNvSpPr/>
          <p:nvPr/>
        </p:nvSpPr>
        <p:spPr>
          <a:xfrm>
            <a:off x="4412522" y="1741505"/>
            <a:ext cx="45719" cy="2597133"/>
          </a:xfrm>
          <a:prstGeom prst="rect">
            <a:avLst/>
          </a:prstGeom>
          <a:solidFill>
            <a:srgbClr val="FBB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74706B64-83A4-0631-3C9D-3A29074493D8}"/>
              </a:ext>
            </a:extLst>
          </p:cNvPr>
          <p:cNvSpPr/>
          <p:nvPr/>
        </p:nvSpPr>
        <p:spPr>
          <a:xfrm>
            <a:off x="6584409" y="1741505"/>
            <a:ext cx="45719" cy="2597133"/>
          </a:xfrm>
          <a:prstGeom prst="rect">
            <a:avLst/>
          </a:prstGeom>
          <a:solidFill>
            <a:srgbClr val="FBB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E975F3F-E0C3-9204-2B51-D8F74676E49F}"/>
              </a:ext>
            </a:extLst>
          </p:cNvPr>
          <p:cNvSpPr txBox="1"/>
          <p:nvPr/>
        </p:nvSpPr>
        <p:spPr>
          <a:xfrm>
            <a:off x="3058458" y="1493040"/>
            <a:ext cx="293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rgbClr val="FBBF00"/>
                </a:solidFill>
                <a:latin typeface="Cooper Black" panose="0208090404030B020404" pitchFamily="18" charset="0"/>
              </a:rPr>
              <a:t>2</a:t>
            </a:r>
            <a:endParaRPr lang="pt-BR" sz="2000" dirty="0">
              <a:solidFill>
                <a:srgbClr val="FBBF00"/>
              </a:solidFill>
              <a:latin typeface="Cooper Black" panose="0208090404030B020404" pitchFamily="18" charset="0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1B818DD-85A9-3233-AE7D-505EAC3A99DE}"/>
              </a:ext>
            </a:extLst>
          </p:cNvPr>
          <p:cNvSpPr txBox="1"/>
          <p:nvPr/>
        </p:nvSpPr>
        <p:spPr>
          <a:xfrm>
            <a:off x="5258667" y="1500879"/>
            <a:ext cx="276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rgbClr val="FBBF00"/>
                </a:solidFill>
                <a:latin typeface="Cooper Black" panose="0208090404030B020404" pitchFamily="18" charset="0"/>
              </a:rPr>
              <a:t>2</a:t>
            </a:r>
            <a:endParaRPr lang="pt-BR" sz="2000" dirty="0">
              <a:solidFill>
                <a:srgbClr val="FBBF00"/>
              </a:solidFill>
              <a:latin typeface="Cooper Black" panose="0208090404030B020404" pitchFamily="18" charset="0"/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6351DA1-02DC-A826-D0CB-179C7D091A29}"/>
              </a:ext>
            </a:extLst>
          </p:cNvPr>
          <p:cNvSpPr txBox="1"/>
          <p:nvPr/>
        </p:nvSpPr>
        <p:spPr>
          <a:xfrm>
            <a:off x="7392121" y="1493040"/>
            <a:ext cx="276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rgbClr val="FBBF00"/>
                </a:solidFill>
                <a:latin typeface="Cooper Black" panose="0208090404030B020404" pitchFamily="18" charset="0"/>
              </a:rPr>
              <a:t>2</a:t>
            </a:r>
            <a:endParaRPr lang="pt-BR" sz="2000" dirty="0">
              <a:solidFill>
                <a:srgbClr val="FBBF00"/>
              </a:solidFill>
              <a:latin typeface="Cooper Black" panose="0208090404030B020404" pitchFamily="18" charset="0"/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962F70D0-8DAA-76AD-1D7F-F02DD42F09ED}"/>
              </a:ext>
            </a:extLst>
          </p:cNvPr>
          <p:cNvSpPr txBox="1"/>
          <p:nvPr/>
        </p:nvSpPr>
        <p:spPr>
          <a:xfrm>
            <a:off x="2697153" y="2151284"/>
            <a:ext cx="628650" cy="369332"/>
          </a:xfrm>
          <a:prstGeom prst="rect">
            <a:avLst/>
          </a:prstGeom>
          <a:noFill/>
        </p:spPr>
        <p:txBody>
          <a:bodyPr wrap="square" rtlCol="0">
            <a:prstTxWarp prst="textStop">
              <a:avLst>
                <a:gd name="adj" fmla="val 17263"/>
              </a:avLst>
            </a:prstTxWarp>
            <a:spAutoFit/>
          </a:bodyPr>
          <a:lstStyle/>
          <a:p>
            <a:r>
              <a:rPr lang="pt-BR" sz="1200" dirty="0">
                <a:solidFill>
                  <a:srgbClr val="FBBF00"/>
                </a:solidFill>
                <a:latin typeface="Cooper Black" panose="0208090404030B020404" pitchFamily="18" charset="0"/>
              </a:rPr>
              <a:t>Por</a:t>
            </a:r>
            <a:endParaRPr lang="pt-BR" dirty="0">
              <a:solidFill>
                <a:srgbClr val="FBBF00"/>
              </a:solidFill>
              <a:latin typeface="Cooper Black" panose="0208090404030B020404" pitchFamily="18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5869C487-0B79-E297-25A7-0CCCA1F3B4DD}"/>
              </a:ext>
            </a:extLst>
          </p:cNvPr>
          <p:cNvSpPr txBox="1"/>
          <p:nvPr/>
        </p:nvSpPr>
        <p:spPr>
          <a:xfrm>
            <a:off x="2702201" y="2484900"/>
            <a:ext cx="532643" cy="400110"/>
          </a:xfrm>
          <a:prstGeom prst="rect">
            <a:avLst/>
          </a:prstGeom>
          <a:noFill/>
        </p:spPr>
        <p:txBody>
          <a:bodyPr wrap="square" rtlCol="0">
            <a:prstTxWarp prst="textChevronInverted">
              <a:avLst/>
            </a:prstTxWarp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Cooper Black" panose="0208090404030B020404" pitchFamily="18" charset="0"/>
              </a:rPr>
              <a:t>R$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C4DA66BB-B961-4CCD-1DF7-66D1BBB422B8}"/>
              </a:ext>
            </a:extLst>
          </p:cNvPr>
          <p:cNvSpPr txBox="1"/>
          <p:nvPr/>
        </p:nvSpPr>
        <p:spPr>
          <a:xfrm>
            <a:off x="3206460" y="2151284"/>
            <a:ext cx="9648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Cooper Black" panose="0208090404030B020404" pitchFamily="18" charset="0"/>
              </a:rPr>
              <a:t>30</a:t>
            </a:r>
            <a:endParaRPr lang="pt-BR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pic>
        <p:nvPicPr>
          <p:cNvPr id="55" name="Imagem 54">
            <a:extLst>
              <a:ext uri="{FF2B5EF4-FFF2-40B4-BE49-F238E27FC236}">
                <a16:creationId xmlns:a16="http://schemas.microsoft.com/office/drawing/2014/main" id="{51787EC0-5469-E5FF-EDC5-9BA8149C68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13706">
            <a:off x="3607668" y="2027222"/>
            <a:ext cx="778341" cy="583756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69D8EE19-7C87-3EED-CDC3-DC35072FC4CF}"/>
              </a:ext>
            </a:extLst>
          </p:cNvPr>
          <p:cNvSpPr txBox="1"/>
          <p:nvPr/>
        </p:nvSpPr>
        <p:spPr>
          <a:xfrm>
            <a:off x="6536413" y="299352"/>
            <a:ext cx="17669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Cooper Black" panose="0208090404030B020404" pitchFamily="18" charset="0"/>
              </a:rPr>
              <a:t>WHOPPER</a:t>
            </a:r>
          </a:p>
          <a:p>
            <a:r>
              <a:rPr lang="pt-BR" dirty="0">
                <a:solidFill>
                  <a:schemeClr val="bg1"/>
                </a:solidFill>
                <a:latin typeface="Cooper Black" panose="0208090404030B020404" pitchFamily="18" charset="0"/>
              </a:rPr>
              <a:t>BARBECUE</a:t>
            </a:r>
          </a:p>
          <a:p>
            <a:r>
              <a:rPr lang="pt-BR" dirty="0">
                <a:solidFill>
                  <a:schemeClr val="bg1"/>
                </a:solidFill>
                <a:latin typeface="Cooper Black" panose="0208090404030B020404" pitchFamily="18" charset="0"/>
              </a:rPr>
              <a:t> BACON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9486766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33</Words>
  <Application>Microsoft Office PowerPoint</Application>
  <PresentationFormat>Personalizar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Cooper Black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vboxuser</dc:creator>
  <cp:lastModifiedBy>vboxuser</cp:lastModifiedBy>
  <cp:revision>3</cp:revision>
  <dcterms:created xsi:type="dcterms:W3CDTF">2026-08-14T23:35:04Z</dcterms:created>
  <dcterms:modified xsi:type="dcterms:W3CDTF">2026-08-15T01:45:47Z</dcterms:modified>
</cp:coreProperties>
</file>