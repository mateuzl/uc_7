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599988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D15"/>
    <a:srgbClr val="FDAE1F"/>
    <a:srgbClr val="FEC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4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471289"/>
            <a:ext cx="9449991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1512522"/>
            <a:ext cx="9449991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11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465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717932"/>
            <a:ext cx="10867490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1927150"/>
            <a:ext cx="10867490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976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766593"/>
            <a:ext cx="5354995" cy="18271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766593"/>
            <a:ext cx="5354995" cy="182715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796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153319"/>
            <a:ext cx="10867490" cy="55661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705933"/>
            <a:ext cx="5330385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1051899"/>
            <a:ext cx="5330385" cy="15471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705933"/>
            <a:ext cx="535663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1051899"/>
            <a:ext cx="5356636" cy="15471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231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496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739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191982"/>
            <a:ext cx="4063824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414627"/>
            <a:ext cx="6378744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863918"/>
            <a:ext cx="4063824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047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191982"/>
            <a:ext cx="4063824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414627"/>
            <a:ext cx="6378744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863918"/>
            <a:ext cx="4063824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674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369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153319"/>
            <a:ext cx="2716872" cy="244043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153319"/>
            <a:ext cx="7993117" cy="244043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40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153319"/>
            <a:ext cx="10867490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766593"/>
            <a:ext cx="10867490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2669079"/>
            <a:ext cx="283499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6CD6B1-F240-49ED-A79F-2736F70CC020}" type="datetimeFigureOut">
              <a:rPr lang="pt-BR" smtClean="0"/>
              <a:t>31/07/2026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2669079"/>
            <a:ext cx="4252496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2669079"/>
            <a:ext cx="283499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1ED52-CE35-42AC-840A-E4F8C70CB0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8669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WhatsApp-Background – BBinfo RJ">
            <a:extLst>
              <a:ext uri="{FF2B5EF4-FFF2-40B4-BE49-F238E27FC236}">
                <a16:creationId xmlns:a16="http://schemas.microsoft.com/office/drawing/2014/main" id="{6523EF17-143D-00E5-C138-37C61D535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599988" cy="28797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B60F5CC-917D-1E06-714F-A4AD2FA2B028}"/>
              </a:ext>
            </a:extLst>
          </p:cNvPr>
          <p:cNvSpPr/>
          <p:nvPr/>
        </p:nvSpPr>
        <p:spPr>
          <a:xfrm>
            <a:off x="0" y="-2"/>
            <a:ext cx="12599988" cy="2879725"/>
          </a:xfrm>
          <a:prstGeom prst="rect">
            <a:avLst/>
          </a:prstGeom>
          <a:gradFill>
            <a:gsLst>
              <a:gs pos="0">
                <a:schemeClr val="tx1">
                  <a:alpha val="0"/>
                  <a:lumMod val="78000"/>
                  <a:lumOff val="22000"/>
                </a:schemeClr>
              </a:gs>
              <a:gs pos="100000">
                <a:schemeClr val="tx1">
                  <a:alpha val="85000"/>
                  <a:lumMod val="10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Balão de Fala: Retângulo com Cantos Arredondados 5">
            <a:extLst>
              <a:ext uri="{FF2B5EF4-FFF2-40B4-BE49-F238E27FC236}">
                <a16:creationId xmlns:a16="http://schemas.microsoft.com/office/drawing/2014/main" id="{7BF00E57-2B57-BCA7-30AE-F7A5E0DADFEB}"/>
              </a:ext>
            </a:extLst>
          </p:cNvPr>
          <p:cNvSpPr/>
          <p:nvPr/>
        </p:nvSpPr>
        <p:spPr>
          <a:xfrm>
            <a:off x="4451739" y="602732"/>
            <a:ext cx="2542448" cy="1342035"/>
          </a:xfrm>
          <a:prstGeom prst="wedgeRoundRectCallout">
            <a:avLst>
              <a:gd name="adj1" fmla="val 61602"/>
              <a:gd name="adj2" fmla="val -40955"/>
              <a:gd name="adj3" fmla="val 16667"/>
            </a:avLst>
          </a:prstGeom>
          <a:gradFill>
            <a:gsLst>
              <a:gs pos="0">
                <a:srgbClr val="FEBD15">
                  <a:alpha val="90000"/>
                </a:srgbClr>
              </a:gs>
              <a:gs pos="100000">
                <a:srgbClr val="FDAE1F">
                  <a:lumMod val="72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6A27EE5-1993-F829-2B51-2DFC8E4FA690}"/>
              </a:ext>
            </a:extLst>
          </p:cNvPr>
          <p:cNvSpPr txBox="1"/>
          <p:nvPr/>
        </p:nvSpPr>
        <p:spPr>
          <a:xfrm>
            <a:off x="4338536" y="797873"/>
            <a:ext cx="2655651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900" b="1" dirty="0">
                <a:solidFill>
                  <a:schemeClr val="bg1"/>
                </a:solidFill>
              </a:rPr>
              <a:t>WhatsApp Rodoviária</a:t>
            </a:r>
          </a:p>
          <a:p>
            <a:pPr algn="r"/>
            <a:endParaRPr lang="pt-BR" sz="1900" dirty="0">
              <a:solidFill>
                <a:schemeClr val="bg1"/>
              </a:solidFill>
            </a:endParaRPr>
          </a:p>
          <a:p>
            <a:pPr algn="r"/>
            <a:r>
              <a:rPr lang="pt-BR" sz="1900" dirty="0">
                <a:solidFill>
                  <a:schemeClr val="bg1"/>
                </a:solidFill>
              </a:rPr>
              <a:t>   (</a:t>
            </a:r>
            <a:r>
              <a:rPr lang="pt-BR" sz="1900" b="1" dirty="0">
                <a:solidFill>
                  <a:schemeClr val="bg1"/>
                </a:solidFill>
              </a:rPr>
              <a:t>67) 99142-4196</a:t>
            </a:r>
          </a:p>
        </p:txBody>
      </p:sp>
      <p:pic>
        <p:nvPicPr>
          <p:cNvPr id="10" name="Imagem 9" descr="Mulher bonita whatsapp Imagens – Download Grátis no Magnific (antes Freepik)">
            <a:extLst>
              <a:ext uri="{FF2B5EF4-FFF2-40B4-BE49-F238E27FC236}">
                <a16:creationId xmlns:a16="http://schemas.microsoft.com/office/drawing/2014/main" id="{2C265950-6284-BEDE-0492-CE6C27D8B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35888" y="680302"/>
            <a:ext cx="2174133" cy="2174133"/>
          </a:xfrm>
          <a:prstGeom prst="rect">
            <a:avLst/>
          </a:prstGeom>
          <a:noFill/>
        </p:spPr>
      </p:pic>
      <p:pic>
        <p:nvPicPr>
          <p:cNvPr id="11" name="Imagem 10" descr="Ícone WhatsApp PNG com fundo transparente — Criativo Dahora">
            <a:extLst>
              <a:ext uri="{FF2B5EF4-FFF2-40B4-BE49-F238E27FC236}">
                <a16:creationId xmlns:a16="http://schemas.microsoft.com/office/drawing/2014/main" id="{8A22FE82-104F-550B-62CA-48ECA1B01F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38536" y="981129"/>
            <a:ext cx="998417" cy="99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10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</TotalTime>
  <Words>7</Words>
  <Application>Microsoft Office PowerPoint</Application>
  <PresentationFormat>Personalizar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vboxuser</dc:creator>
  <cp:lastModifiedBy>vboxuser</cp:lastModifiedBy>
  <cp:revision>1</cp:revision>
  <dcterms:created xsi:type="dcterms:W3CDTF">2026-07-31T22:55:50Z</dcterms:created>
  <dcterms:modified xsi:type="dcterms:W3CDTF">2026-08-01T00:32:39Z</dcterms:modified>
</cp:coreProperties>
</file>